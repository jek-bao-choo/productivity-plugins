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9" r:id="rId1"/>
  </p:sldMasterIdLst>
  <p:notesMasterIdLst>
    <p:notesMasterId r:id="rId22"/>
  </p:notesMasterIdLst>
  <p:sldIdLst>
    <p:sldId id="256" r:id="rId2"/>
    <p:sldId id="259" r:id="rId3"/>
    <p:sldId id="436" r:id="rId4"/>
    <p:sldId id="437" r:id="rId5"/>
    <p:sldId id="443" r:id="rId6"/>
    <p:sldId id="262" r:id="rId7"/>
    <p:sldId id="438" r:id="rId8"/>
    <p:sldId id="439" r:id="rId9"/>
    <p:sldId id="440" r:id="rId10"/>
    <p:sldId id="264" r:id="rId11"/>
    <p:sldId id="441" r:id="rId12"/>
    <p:sldId id="265" r:id="rId13"/>
    <p:sldId id="442" r:id="rId14"/>
    <p:sldId id="448" r:id="rId15"/>
    <p:sldId id="445" r:id="rId16"/>
    <p:sldId id="446" r:id="rId17"/>
    <p:sldId id="444" r:id="rId18"/>
    <p:sldId id="447" r:id="rId19"/>
    <p:sldId id="418" r:id="rId20"/>
    <p:sldId id="419" r:id="rId21"/>
  </p:sldIdLst>
  <p:sldSz cx="12192000" cy="6858000"/>
  <p:notesSz cx="6858000" cy="9144000"/>
  <p:embeddedFontLst>
    <p:embeddedFont>
      <p:font typeface="Roboto" panose="02000000000000000000" pitchFamily="2" charset="0"/>
      <p:regular r:id="rId23"/>
      <p:bold r:id="rId24"/>
      <p:italic r:id="rId25"/>
      <p:boldItalic r:id="rId26"/>
    </p:embeddedFont>
    <p:embeddedFont>
      <p:font typeface="Roboto Medium" panose="02000000000000000000" pitchFamily="2" charset="0"/>
      <p:regular r:id="rId27"/>
      <p:italic r:id="rId28"/>
    </p:embeddedFont>
    <p:embeddedFont>
      <p:font typeface="Roboto Mono" pitchFamily="49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5D8EFF6-B44D-4DDE-AC10-CDF99A9AF206}">
  <a:tblStyle styleId="{B5D8EFF6-B44D-4DDE-AC10-CDF99A9AF20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D9033A50-F699-4AE0-9D85-B18C9360C6B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82F7FAD-34FE-4BCC-9991-9C27D484A001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448" y="19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d7c9c7f74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d7c9c7f74f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g2d7c9c7f74f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3c9cd4e10f6b08f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g13c9cd4e10f6b08f_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8" name="Google Shape;308;g13c9cd4e10f6b08f_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>
          <a:extLst>
            <a:ext uri="{FF2B5EF4-FFF2-40B4-BE49-F238E27FC236}">
              <a16:creationId xmlns:a16="http://schemas.microsoft.com/office/drawing/2014/main" id="{20DC94C0-B4E5-B72A-ACA0-CEA1A5AFE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13c9cd4e10f6b08f_1128:notes">
            <a:extLst>
              <a:ext uri="{FF2B5EF4-FFF2-40B4-BE49-F238E27FC236}">
                <a16:creationId xmlns:a16="http://schemas.microsoft.com/office/drawing/2014/main" id="{C0FB315E-10C1-CCBB-AEB2-F4C7EE65A0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955" name="Google Shape;955;g13c9cd4e10f6b08f_1128:notes">
            <a:extLst>
              <a:ext uri="{FF2B5EF4-FFF2-40B4-BE49-F238E27FC236}">
                <a16:creationId xmlns:a16="http://schemas.microsoft.com/office/drawing/2014/main" id="{20723CCC-0F82-1A7F-A6C3-44BF20B36E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29928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7">
          <a:extLst>
            <a:ext uri="{FF2B5EF4-FFF2-40B4-BE49-F238E27FC236}">
              <a16:creationId xmlns:a16="http://schemas.microsoft.com/office/drawing/2014/main" id="{299F5A82-34BA-7CF2-6231-2B0D4B59A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13c9cd4e10f6b08f_1104:notes">
            <a:extLst>
              <a:ext uri="{FF2B5EF4-FFF2-40B4-BE49-F238E27FC236}">
                <a16:creationId xmlns:a16="http://schemas.microsoft.com/office/drawing/2014/main" id="{43F116EC-3DA7-346A-5DA4-C983141143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9" name="Google Shape;929;g13c9cd4e10f6b08f_1104:notes">
            <a:extLst>
              <a:ext uri="{FF2B5EF4-FFF2-40B4-BE49-F238E27FC236}">
                <a16:creationId xmlns:a16="http://schemas.microsoft.com/office/drawing/2014/main" id="{163A14E5-3EC0-3FAE-6CEC-08751251A0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969364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6">
          <a:extLst>
            <a:ext uri="{FF2B5EF4-FFF2-40B4-BE49-F238E27FC236}">
              <a16:creationId xmlns:a16="http://schemas.microsoft.com/office/drawing/2014/main" id="{B3DEB09D-8586-3459-099C-9881BBB05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13c9cd4e10f6b08f_1094:notes">
            <a:extLst>
              <a:ext uri="{FF2B5EF4-FFF2-40B4-BE49-F238E27FC236}">
                <a16:creationId xmlns:a16="http://schemas.microsoft.com/office/drawing/2014/main" id="{4632DB3D-78CF-41EA-2C0B-04DE91A0E1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8" name="Google Shape;918;g13c9cd4e10f6b08f_1094:notes">
            <a:extLst>
              <a:ext uri="{FF2B5EF4-FFF2-40B4-BE49-F238E27FC236}">
                <a16:creationId xmlns:a16="http://schemas.microsoft.com/office/drawing/2014/main" id="{8D552950-6388-09AB-C3AC-06C630B4BF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9" name="Google Shape;919;g13c9cd4e10f6b08f_1094:notes">
            <a:extLst>
              <a:ext uri="{FF2B5EF4-FFF2-40B4-BE49-F238E27FC236}">
                <a16:creationId xmlns:a16="http://schemas.microsoft.com/office/drawing/2014/main" id="{BCAA0430-E30B-4BE9-4A34-E14E1E50929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07295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13c9cd4e10f6b08f_3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6" name="Google Shape;396;g13c9cd4e10f6b08f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>
          <a:extLst>
            <a:ext uri="{FF2B5EF4-FFF2-40B4-BE49-F238E27FC236}">
              <a16:creationId xmlns:a16="http://schemas.microsoft.com/office/drawing/2014/main" id="{B314E45B-244D-4CC4-5304-EA93EBAB4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13c9cd4e10f6b08f_672:notes">
            <a:extLst>
              <a:ext uri="{FF2B5EF4-FFF2-40B4-BE49-F238E27FC236}">
                <a16:creationId xmlns:a16="http://schemas.microsoft.com/office/drawing/2014/main" id="{87444B5F-3E9E-39D2-E4EB-0E693A70ED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4" name="Google Shape;474;g13c9cd4e10f6b08f_672:notes">
            <a:extLst>
              <a:ext uri="{FF2B5EF4-FFF2-40B4-BE49-F238E27FC236}">
                <a16:creationId xmlns:a16="http://schemas.microsoft.com/office/drawing/2014/main" id="{E227545E-A723-03AB-3A4D-A8B7B8C78D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079352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>
          <a:extLst>
            <a:ext uri="{FF2B5EF4-FFF2-40B4-BE49-F238E27FC236}">
              <a16:creationId xmlns:a16="http://schemas.microsoft.com/office/drawing/2014/main" id="{F5CFAA48-7C10-6FC0-EFE9-D166E73D0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13c9cd4e10f6b08f_379:notes">
            <a:extLst>
              <a:ext uri="{FF2B5EF4-FFF2-40B4-BE49-F238E27FC236}">
                <a16:creationId xmlns:a16="http://schemas.microsoft.com/office/drawing/2014/main" id="{CD650323-87C4-D792-314E-E4BD68A548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3" name="Google Shape;403;g13c9cd4e10f6b08f_379:notes">
            <a:extLst>
              <a:ext uri="{FF2B5EF4-FFF2-40B4-BE49-F238E27FC236}">
                <a16:creationId xmlns:a16="http://schemas.microsoft.com/office/drawing/2014/main" id="{1FF7B50B-7C57-493E-A3A9-EDC3C24EC1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911858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>
          <a:extLst>
            <a:ext uri="{FF2B5EF4-FFF2-40B4-BE49-F238E27FC236}">
              <a16:creationId xmlns:a16="http://schemas.microsoft.com/office/drawing/2014/main" id="{5377F0DB-F32F-8814-2DFC-BA5A52E5D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13c9cd4e10f6b08f_672:notes">
            <a:extLst>
              <a:ext uri="{FF2B5EF4-FFF2-40B4-BE49-F238E27FC236}">
                <a16:creationId xmlns:a16="http://schemas.microsoft.com/office/drawing/2014/main" id="{95778DD6-5984-DB7E-224B-1087FD2EBD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4" name="Google Shape;474;g13c9cd4e10f6b08f_672:notes">
            <a:extLst>
              <a:ext uri="{FF2B5EF4-FFF2-40B4-BE49-F238E27FC236}">
                <a16:creationId xmlns:a16="http://schemas.microsoft.com/office/drawing/2014/main" id="{BBDDD65F-592A-F0AC-AC60-25AEE2DEE0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711426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3c9cd4e10f6b08f_3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0" name="Google Shape;410;g13c9cd4e10f6b08f_3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>
          <a:extLst>
            <a:ext uri="{FF2B5EF4-FFF2-40B4-BE49-F238E27FC236}">
              <a16:creationId xmlns:a16="http://schemas.microsoft.com/office/drawing/2014/main" id="{78C50858-A269-632A-F551-727BA1A45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13c9cd4e10f6b08f_672:notes">
            <a:extLst>
              <a:ext uri="{FF2B5EF4-FFF2-40B4-BE49-F238E27FC236}">
                <a16:creationId xmlns:a16="http://schemas.microsoft.com/office/drawing/2014/main" id="{E27DBE84-0AE3-D40D-01DD-DA4E779AEF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4" name="Google Shape;474;g13c9cd4e10f6b08f_672:notes">
            <a:extLst>
              <a:ext uri="{FF2B5EF4-FFF2-40B4-BE49-F238E27FC236}">
                <a16:creationId xmlns:a16="http://schemas.microsoft.com/office/drawing/2014/main" id="{03F8B28E-19B8-03CD-FC33-F2CE3E602E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693588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13c9cd4e10f6b08f_3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8" name="Google Shape;418;g13c9cd4e10f6b08f_3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6">
          <a:extLst>
            <a:ext uri="{FF2B5EF4-FFF2-40B4-BE49-F238E27FC236}">
              <a16:creationId xmlns:a16="http://schemas.microsoft.com/office/drawing/2014/main" id="{E17F4FCE-B8CD-78A9-DEF5-810847298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13c9cd4e10f6b08f_1094:notes">
            <a:extLst>
              <a:ext uri="{FF2B5EF4-FFF2-40B4-BE49-F238E27FC236}">
                <a16:creationId xmlns:a16="http://schemas.microsoft.com/office/drawing/2014/main" id="{598F5AC7-DC1C-B411-34ED-7A04CC6D1F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8" name="Google Shape;918;g13c9cd4e10f6b08f_1094:notes">
            <a:extLst>
              <a:ext uri="{FF2B5EF4-FFF2-40B4-BE49-F238E27FC236}">
                <a16:creationId xmlns:a16="http://schemas.microsoft.com/office/drawing/2014/main" id="{D4ED905C-B707-C99F-435E-413062F53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9" name="Google Shape;919;g13c9cd4e10f6b08f_1094:notes">
            <a:extLst>
              <a:ext uri="{FF2B5EF4-FFF2-40B4-BE49-F238E27FC236}">
                <a16:creationId xmlns:a16="http://schemas.microsoft.com/office/drawing/2014/main" id="{58336D12-B02F-9DCF-93FB-E5CAD4AD83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11667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>
          <a:extLst>
            <a:ext uri="{FF2B5EF4-FFF2-40B4-BE49-F238E27FC236}">
              <a16:creationId xmlns:a16="http://schemas.microsoft.com/office/drawing/2014/main" id="{5C403478-5E4B-ED80-9464-812960ED4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13c9cd4e10f6b08f_672:notes">
            <a:extLst>
              <a:ext uri="{FF2B5EF4-FFF2-40B4-BE49-F238E27FC236}">
                <a16:creationId xmlns:a16="http://schemas.microsoft.com/office/drawing/2014/main" id="{D56B3BE2-57CC-7991-B86E-86456CD40A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4" name="Google Shape;474;g13c9cd4e10f6b08f_672:notes">
            <a:extLst>
              <a:ext uri="{FF2B5EF4-FFF2-40B4-BE49-F238E27FC236}">
                <a16:creationId xmlns:a16="http://schemas.microsoft.com/office/drawing/2014/main" id="{89A26B7A-0BF6-5036-C624-25EF8021E1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688085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>
          <a:extLst>
            <a:ext uri="{FF2B5EF4-FFF2-40B4-BE49-F238E27FC236}">
              <a16:creationId xmlns:a16="http://schemas.microsoft.com/office/drawing/2014/main" id="{3B5F7368-2273-4445-C658-566608ADE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13c9cd4e10f6b08f_373:notes">
            <a:extLst>
              <a:ext uri="{FF2B5EF4-FFF2-40B4-BE49-F238E27FC236}">
                <a16:creationId xmlns:a16="http://schemas.microsoft.com/office/drawing/2014/main" id="{0B306F0F-E2F4-B38F-D1AF-1000DAE5A6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6" name="Google Shape;396;g13c9cd4e10f6b08f_373:notes">
            <a:extLst>
              <a:ext uri="{FF2B5EF4-FFF2-40B4-BE49-F238E27FC236}">
                <a16:creationId xmlns:a16="http://schemas.microsoft.com/office/drawing/2014/main" id="{DB08570D-2794-759D-5571-9B388BDD8F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621401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>
          <a:extLst>
            <a:ext uri="{FF2B5EF4-FFF2-40B4-BE49-F238E27FC236}">
              <a16:creationId xmlns:a16="http://schemas.microsoft.com/office/drawing/2014/main" id="{8BD0E551-FDD5-C57B-A8E5-449DACAC2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13c9cd4e10f6b08f_672:notes">
            <a:extLst>
              <a:ext uri="{FF2B5EF4-FFF2-40B4-BE49-F238E27FC236}">
                <a16:creationId xmlns:a16="http://schemas.microsoft.com/office/drawing/2014/main" id="{1C64131C-6256-F318-5A45-9E57EEDC25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4" name="Google Shape;474;g13c9cd4e10f6b08f_672:notes">
            <a:extLst>
              <a:ext uri="{FF2B5EF4-FFF2-40B4-BE49-F238E27FC236}">
                <a16:creationId xmlns:a16="http://schemas.microsoft.com/office/drawing/2014/main" id="{662BED07-871A-EB91-F009-FDBBB7E33D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370222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>
          <a:extLst>
            <a:ext uri="{FF2B5EF4-FFF2-40B4-BE49-F238E27FC236}">
              <a16:creationId xmlns:a16="http://schemas.microsoft.com/office/drawing/2014/main" id="{C52A86E2-E98B-C009-38CE-1392F7530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3c9cd4e10f6b08f_422:notes">
            <a:extLst>
              <a:ext uri="{FF2B5EF4-FFF2-40B4-BE49-F238E27FC236}">
                <a16:creationId xmlns:a16="http://schemas.microsoft.com/office/drawing/2014/main" id="{9FA48091-6AF6-B00B-0047-33229F4F75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g13c9cd4e10f6b08f_422:notes">
            <a:extLst>
              <a:ext uri="{FF2B5EF4-FFF2-40B4-BE49-F238E27FC236}">
                <a16:creationId xmlns:a16="http://schemas.microsoft.com/office/drawing/2014/main" id="{87971B98-7B43-C928-F1E8-EB461C771E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4" name="Google Shape;454;g13c9cd4e10f6b08f_422:notes">
            <a:extLst>
              <a:ext uri="{FF2B5EF4-FFF2-40B4-BE49-F238E27FC236}">
                <a16:creationId xmlns:a16="http://schemas.microsoft.com/office/drawing/2014/main" id="{98948A7D-ABE0-ADE6-0789-84F870D0085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33842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7">
          <a:extLst>
            <a:ext uri="{FF2B5EF4-FFF2-40B4-BE49-F238E27FC236}">
              <a16:creationId xmlns:a16="http://schemas.microsoft.com/office/drawing/2014/main" id="{B30B5956-F378-371B-3925-DC0E28699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13c9cd4e10f6b08f_1104:notes">
            <a:extLst>
              <a:ext uri="{FF2B5EF4-FFF2-40B4-BE49-F238E27FC236}">
                <a16:creationId xmlns:a16="http://schemas.microsoft.com/office/drawing/2014/main" id="{01C016E5-4100-794E-961D-59FB650D1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9" name="Google Shape;929;g13c9cd4e10f6b08f_1104:notes">
            <a:extLst>
              <a:ext uri="{FF2B5EF4-FFF2-40B4-BE49-F238E27FC236}">
                <a16:creationId xmlns:a16="http://schemas.microsoft.com/office/drawing/2014/main" id="{94C72E77-B0C1-B826-6B3A-F893EA2040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111660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" name="Google Shape;3686;g13c9cd4e10f6b08f_37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87" name="Google Shape;3687;g13c9cd4e10f6b08f_37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052204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2" name="Google Shape;3692;g13c9cd4e10f6b08f_37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93" name="Google Shape;3693;g13c9cd4e10f6b08f_37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ov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"/>
          <p:cNvSpPr txBox="1">
            <a:spLocks noGrp="1"/>
          </p:cNvSpPr>
          <p:nvPr>
            <p:ph type="subTitle" idx="1"/>
          </p:nvPr>
        </p:nvSpPr>
        <p:spPr>
          <a:xfrm>
            <a:off x="703260" y="1888332"/>
            <a:ext cx="10785600" cy="9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9" name="Google Shape;29;p2"/>
          <p:cNvSpPr txBox="1">
            <a:spLocks noGrp="1"/>
          </p:cNvSpPr>
          <p:nvPr>
            <p:ph type="title"/>
          </p:nvPr>
        </p:nvSpPr>
        <p:spPr>
          <a:xfrm>
            <a:off x="703250" y="601047"/>
            <a:ext cx="10785600" cy="8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Roboto Medium"/>
              <a:buNone/>
              <a:defRPr sz="7200" b="1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"/>
          <p:cNvSpPr txBox="1">
            <a:spLocks noGrp="1"/>
          </p:cNvSpPr>
          <p:nvPr>
            <p:ph type="body" idx="2"/>
          </p:nvPr>
        </p:nvSpPr>
        <p:spPr>
          <a:xfrm>
            <a:off x="703261" y="326571"/>
            <a:ext cx="10785477" cy="321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10202152" y="4969092"/>
            <a:ext cx="1371790" cy="1371150"/>
          </a:xfrm>
          <a:custGeom>
            <a:avLst/>
            <a:gdLst/>
            <a:ahLst/>
            <a:cxnLst/>
            <a:rect l="l" t="t" r="r" b="b"/>
            <a:pathLst>
              <a:path w="685895" h="685575" extrusionOk="0">
                <a:moveTo>
                  <a:pt x="398907" y="598801"/>
                </a:moveTo>
                <a:lnTo>
                  <a:pt x="398907" y="668239"/>
                </a:lnTo>
                <a:lnTo>
                  <a:pt x="421481" y="668239"/>
                </a:lnTo>
                <a:cubicBezTo>
                  <a:pt x="442722" y="668239"/>
                  <a:pt x="453390" y="655761"/>
                  <a:pt x="453390" y="630710"/>
                </a:cubicBezTo>
                <a:cubicBezTo>
                  <a:pt x="453390" y="609469"/>
                  <a:pt x="442722" y="598801"/>
                  <a:pt x="421481" y="598801"/>
                </a:cubicBezTo>
                <a:close/>
                <a:moveTo>
                  <a:pt x="19050" y="598801"/>
                </a:moveTo>
                <a:lnTo>
                  <a:pt x="19050" y="668239"/>
                </a:lnTo>
                <a:lnTo>
                  <a:pt x="41624" y="668239"/>
                </a:lnTo>
                <a:cubicBezTo>
                  <a:pt x="62865" y="668239"/>
                  <a:pt x="73533" y="655761"/>
                  <a:pt x="73533" y="630710"/>
                </a:cubicBezTo>
                <a:cubicBezTo>
                  <a:pt x="73533" y="609469"/>
                  <a:pt x="62865" y="598801"/>
                  <a:pt x="41624" y="598801"/>
                </a:cubicBezTo>
                <a:close/>
                <a:moveTo>
                  <a:pt x="536829" y="598135"/>
                </a:moveTo>
                <a:cubicBezTo>
                  <a:pt x="516160" y="598135"/>
                  <a:pt x="505016" y="609851"/>
                  <a:pt x="505016" y="633282"/>
                </a:cubicBezTo>
                <a:cubicBezTo>
                  <a:pt x="505016" y="656714"/>
                  <a:pt x="515588" y="669001"/>
                  <a:pt x="536829" y="669001"/>
                </a:cubicBezTo>
                <a:cubicBezTo>
                  <a:pt x="557498" y="669001"/>
                  <a:pt x="567786" y="657095"/>
                  <a:pt x="567786" y="633282"/>
                </a:cubicBezTo>
                <a:cubicBezTo>
                  <a:pt x="567786" y="609470"/>
                  <a:pt x="557498" y="598135"/>
                  <a:pt x="536829" y="598135"/>
                </a:cubicBezTo>
                <a:close/>
                <a:moveTo>
                  <a:pt x="379857" y="582323"/>
                </a:moveTo>
                <a:lnTo>
                  <a:pt x="424339" y="582323"/>
                </a:lnTo>
                <a:cubicBezTo>
                  <a:pt x="456438" y="582323"/>
                  <a:pt x="472440" y="598420"/>
                  <a:pt x="472440" y="630710"/>
                </a:cubicBezTo>
                <a:cubicBezTo>
                  <a:pt x="472440" y="666715"/>
                  <a:pt x="456438" y="684717"/>
                  <a:pt x="424339" y="684717"/>
                </a:cubicBezTo>
                <a:lnTo>
                  <a:pt x="379857" y="684717"/>
                </a:lnTo>
                <a:close/>
                <a:moveTo>
                  <a:pt x="302323" y="582323"/>
                </a:moveTo>
                <a:lnTo>
                  <a:pt x="322802" y="582323"/>
                </a:lnTo>
                <a:lnTo>
                  <a:pt x="367284" y="684717"/>
                </a:lnTo>
                <a:lnTo>
                  <a:pt x="346805" y="684717"/>
                </a:lnTo>
                <a:lnTo>
                  <a:pt x="333946" y="656809"/>
                </a:lnTo>
                <a:lnTo>
                  <a:pt x="301085" y="656809"/>
                </a:lnTo>
                <a:lnTo>
                  <a:pt x="307562" y="640330"/>
                </a:lnTo>
                <a:lnTo>
                  <a:pt x="328898" y="640330"/>
                </a:lnTo>
                <a:lnTo>
                  <a:pt x="312134" y="601849"/>
                </a:lnTo>
                <a:lnTo>
                  <a:pt x="278320" y="684717"/>
                </a:lnTo>
                <a:lnTo>
                  <a:pt x="258794" y="684717"/>
                </a:lnTo>
                <a:close/>
                <a:moveTo>
                  <a:pt x="190691" y="582323"/>
                </a:moveTo>
                <a:lnTo>
                  <a:pt x="268605" y="582323"/>
                </a:lnTo>
                <a:lnTo>
                  <a:pt x="268605" y="598801"/>
                </a:lnTo>
                <a:lnTo>
                  <a:pt x="239173" y="598801"/>
                </a:lnTo>
                <a:lnTo>
                  <a:pt x="239173" y="684717"/>
                </a:lnTo>
                <a:lnTo>
                  <a:pt x="220123" y="684717"/>
                </a:lnTo>
                <a:lnTo>
                  <a:pt x="220123" y="598801"/>
                </a:lnTo>
                <a:lnTo>
                  <a:pt x="190691" y="598801"/>
                </a:lnTo>
                <a:close/>
                <a:moveTo>
                  <a:pt x="136493" y="582323"/>
                </a:moveTo>
                <a:lnTo>
                  <a:pt x="156972" y="582323"/>
                </a:lnTo>
                <a:lnTo>
                  <a:pt x="201454" y="684717"/>
                </a:lnTo>
                <a:lnTo>
                  <a:pt x="180975" y="684717"/>
                </a:lnTo>
                <a:lnTo>
                  <a:pt x="168116" y="656809"/>
                </a:lnTo>
                <a:lnTo>
                  <a:pt x="135255" y="656809"/>
                </a:lnTo>
                <a:lnTo>
                  <a:pt x="141827" y="640330"/>
                </a:lnTo>
                <a:lnTo>
                  <a:pt x="163068" y="640330"/>
                </a:lnTo>
                <a:lnTo>
                  <a:pt x="146304" y="601849"/>
                </a:lnTo>
                <a:lnTo>
                  <a:pt x="112490" y="684717"/>
                </a:lnTo>
                <a:lnTo>
                  <a:pt x="92964" y="684717"/>
                </a:lnTo>
                <a:close/>
                <a:moveTo>
                  <a:pt x="0" y="582323"/>
                </a:moveTo>
                <a:lnTo>
                  <a:pt x="44482" y="582323"/>
                </a:lnTo>
                <a:cubicBezTo>
                  <a:pt x="76486" y="582323"/>
                  <a:pt x="92583" y="598420"/>
                  <a:pt x="92583" y="630710"/>
                </a:cubicBezTo>
                <a:cubicBezTo>
                  <a:pt x="92583" y="666715"/>
                  <a:pt x="76581" y="684717"/>
                  <a:pt x="44482" y="684717"/>
                </a:cubicBezTo>
                <a:lnTo>
                  <a:pt x="0" y="684717"/>
                </a:lnTo>
                <a:close/>
                <a:moveTo>
                  <a:pt x="536829" y="581657"/>
                </a:moveTo>
                <a:cubicBezTo>
                  <a:pt x="571214" y="581657"/>
                  <a:pt x="587502" y="598992"/>
                  <a:pt x="587502" y="633759"/>
                </a:cubicBezTo>
                <a:cubicBezTo>
                  <a:pt x="587502" y="668525"/>
                  <a:pt x="570643" y="685575"/>
                  <a:pt x="536829" y="685575"/>
                </a:cubicBezTo>
                <a:cubicBezTo>
                  <a:pt x="503015" y="685575"/>
                  <a:pt x="486823" y="668334"/>
                  <a:pt x="485299" y="633759"/>
                </a:cubicBezTo>
                <a:cubicBezTo>
                  <a:pt x="485299" y="599088"/>
                  <a:pt x="502444" y="581657"/>
                  <a:pt x="536829" y="581657"/>
                </a:cubicBezTo>
                <a:close/>
                <a:moveTo>
                  <a:pt x="655796" y="581561"/>
                </a:moveTo>
                <a:cubicBezTo>
                  <a:pt x="667035" y="581561"/>
                  <a:pt x="677037" y="583276"/>
                  <a:pt x="685895" y="586609"/>
                </a:cubicBezTo>
                <a:lnTo>
                  <a:pt x="685895" y="603850"/>
                </a:lnTo>
                <a:cubicBezTo>
                  <a:pt x="677037" y="600040"/>
                  <a:pt x="667512" y="598135"/>
                  <a:pt x="657225" y="598135"/>
                </a:cubicBezTo>
                <a:cubicBezTo>
                  <a:pt x="632555" y="598135"/>
                  <a:pt x="620268" y="609469"/>
                  <a:pt x="620268" y="632139"/>
                </a:cubicBezTo>
                <a:cubicBezTo>
                  <a:pt x="620268" y="656713"/>
                  <a:pt x="631888" y="669001"/>
                  <a:pt x="655129" y="669001"/>
                </a:cubicBezTo>
                <a:cubicBezTo>
                  <a:pt x="658558" y="669001"/>
                  <a:pt x="662464" y="668429"/>
                  <a:pt x="666845" y="667286"/>
                </a:cubicBezTo>
                <a:lnTo>
                  <a:pt x="666845" y="643283"/>
                </a:lnTo>
                <a:lnTo>
                  <a:pt x="648843" y="643283"/>
                </a:lnTo>
                <a:lnTo>
                  <a:pt x="655224" y="626424"/>
                </a:lnTo>
                <a:lnTo>
                  <a:pt x="685895" y="626424"/>
                </a:lnTo>
                <a:lnTo>
                  <a:pt x="685895" y="679954"/>
                </a:lnTo>
                <a:cubicBezTo>
                  <a:pt x="677608" y="683574"/>
                  <a:pt x="667321" y="685384"/>
                  <a:pt x="654843" y="685384"/>
                </a:cubicBezTo>
                <a:cubicBezTo>
                  <a:pt x="618648" y="685384"/>
                  <a:pt x="600551" y="667572"/>
                  <a:pt x="600551" y="632044"/>
                </a:cubicBezTo>
                <a:cubicBezTo>
                  <a:pt x="600551" y="598420"/>
                  <a:pt x="619030" y="581561"/>
                  <a:pt x="655796" y="581561"/>
                </a:cubicBezTo>
                <a:close/>
                <a:moveTo>
                  <a:pt x="566452" y="301431"/>
                </a:moveTo>
                <a:lnTo>
                  <a:pt x="528638" y="380679"/>
                </a:lnTo>
                <a:lnTo>
                  <a:pt x="478917" y="347913"/>
                </a:lnTo>
                <a:lnTo>
                  <a:pt x="437388" y="417160"/>
                </a:lnTo>
                <a:lnTo>
                  <a:pt x="389097" y="403063"/>
                </a:lnTo>
                <a:lnTo>
                  <a:pt x="346615" y="467833"/>
                </a:lnTo>
                <a:lnTo>
                  <a:pt x="348806" y="488216"/>
                </a:lnTo>
                <a:lnTo>
                  <a:pt x="348901" y="488311"/>
                </a:lnTo>
                <a:lnTo>
                  <a:pt x="579882" y="445735"/>
                </a:lnTo>
                <a:close/>
                <a:moveTo>
                  <a:pt x="580263" y="271808"/>
                </a:moveTo>
                <a:lnTo>
                  <a:pt x="580358" y="271903"/>
                </a:lnTo>
                <a:lnTo>
                  <a:pt x="595789" y="459355"/>
                </a:lnTo>
                <a:lnTo>
                  <a:pt x="335661" y="506218"/>
                </a:lnTo>
                <a:lnTo>
                  <a:pt x="313182" y="318481"/>
                </a:lnTo>
                <a:lnTo>
                  <a:pt x="350235" y="313432"/>
                </a:lnTo>
                <a:cubicBezTo>
                  <a:pt x="356140" y="316099"/>
                  <a:pt x="360331" y="317147"/>
                  <a:pt x="367570" y="318957"/>
                </a:cubicBezTo>
                <a:cubicBezTo>
                  <a:pt x="378810" y="321814"/>
                  <a:pt x="391764" y="324577"/>
                  <a:pt x="410909" y="314956"/>
                </a:cubicBezTo>
                <a:cubicBezTo>
                  <a:pt x="415386" y="312670"/>
                  <a:pt x="424720" y="304193"/>
                  <a:pt x="428435" y="299335"/>
                </a:cubicBezTo>
                <a:close/>
                <a:moveTo>
                  <a:pt x="456355" y="210551"/>
                </a:moveTo>
                <a:cubicBezTo>
                  <a:pt x="452462" y="210634"/>
                  <a:pt x="447914" y="210991"/>
                  <a:pt x="444151" y="211420"/>
                </a:cubicBezTo>
                <a:cubicBezTo>
                  <a:pt x="429864" y="213039"/>
                  <a:pt x="414528" y="218087"/>
                  <a:pt x="411099" y="220659"/>
                </a:cubicBezTo>
                <a:lnTo>
                  <a:pt x="411195" y="220659"/>
                </a:lnTo>
                <a:cubicBezTo>
                  <a:pt x="405003" y="225421"/>
                  <a:pt x="407765" y="233708"/>
                  <a:pt x="412338" y="237137"/>
                </a:cubicBezTo>
                <a:cubicBezTo>
                  <a:pt x="425006" y="246567"/>
                  <a:pt x="436150" y="252949"/>
                  <a:pt x="447961" y="251425"/>
                </a:cubicBezTo>
                <a:cubicBezTo>
                  <a:pt x="455200" y="250472"/>
                  <a:pt x="461582" y="239042"/>
                  <a:pt x="466058" y="228660"/>
                </a:cubicBezTo>
                <a:cubicBezTo>
                  <a:pt x="469107" y="221516"/>
                  <a:pt x="469107" y="213801"/>
                  <a:pt x="464630" y="211324"/>
                </a:cubicBezTo>
                <a:cubicBezTo>
                  <a:pt x="463487" y="210658"/>
                  <a:pt x="460249" y="210467"/>
                  <a:pt x="456355" y="210551"/>
                </a:cubicBezTo>
                <a:close/>
                <a:moveTo>
                  <a:pt x="327256" y="133624"/>
                </a:moveTo>
                <a:cubicBezTo>
                  <a:pt x="319398" y="133481"/>
                  <a:pt x="308706" y="135410"/>
                  <a:pt x="299371" y="141792"/>
                </a:cubicBezTo>
                <a:lnTo>
                  <a:pt x="299371" y="141887"/>
                </a:lnTo>
                <a:cubicBezTo>
                  <a:pt x="285560" y="151222"/>
                  <a:pt x="285083" y="171415"/>
                  <a:pt x="298323" y="182845"/>
                </a:cubicBezTo>
                <a:cubicBezTo>
                  <a:pt x="299657" y="183988"/>
                  <a:pt x="300705" y="184750"/>
                  <a:pt x="301752" y="185416"/>
                </a:cubicBezTo>
                <a:cubicBezTo>
                  <a:pt x="305657" y="183511"/>
                  <a:pt x="310039" y="181702"/>
                  <a:pt x="315087" y="180082"/>
                </a:cubicBezTo>
                <a:cubicBezTo>
                  <a:pt x="323565" y="177320"/>
                  <a:pt x="330708" y="175891"/>
                  <a:pt x="336519" y="175129"/>
                </a:cubicBezTo>
                <a:cubicBezTo>
                  <a:pt x="339281" y="171986"/>
                  <a:pt x="342519" y="166462"/>
                  <a:pt x="341757" y="156556"/>
                </a:cubicBezTo>
                <a:cubicBezTo>
                  <a:pt x="340710" y="143030"/>
                  <a:pt x="330423" y="145221"/>
                  <a:pt x="338138" y="137887"/>
                </a:cubicBezTo>
                <a:cubicBezTo>
                  <a:pt x="340138" y="135982"/>
                  <a:pt x="335114" y="133767"/>
                  <a:pt x="327256" y="133624"/>
                </a:cubicBezTo>
                <a:close/>
                <a:moveTo>
                  <a:pt x="421970" y="117884"/>
                </a:moveTo>
                <a:cubicBezTo>
                  <a:pt x="418458" y="118218"/>
                  <a:pt x="415386" y="119408"/>
                  <a:pt x="413862" y="121313"/>
                </a:cubicBezTo>
                <a:cubicBezTo>
                  <a:pt x="414338" y="121408"/>
                  <a:pt x="414909" y="121504"/>
                  <a:pt x="415290" y="121694"/>
                </a:cubicBezTo>
                <a:cubicBezTo>
                  <a:pt x="419957" y="123313"/>
                  <a:pt x="416814" y="124933"/>
                  <a:pt x="415957" y="126838"/>
                </a:cubicBezTo>
                <a:cubicBezTo>
                  <a:pt x="415195" y="128743"/>
                  <a:pt x="413957" y="129981"/>
                  <a:pt x="415957" y="136077"/>
                </a:cubicBezTo>
                <a:lnTo>
                  <a:pt x="415957" y="136458"/>
                </a:lnTo>
                <a:cubicBezTo>
                  <a:pt x="416052" y="136648"/>
                  <a:pt x="416148" y="136934"/>
                  <a:pt x="416243" y="137220"/>
                </a:cubicBezTo>
                <a:cubicBezTo>
                  <a:pt x="416433" y="137791"/>
                  <a:pt x="416719" y="138363"/>
                  <a:pt x="417005" y="139030"/>
                </a:cubicBezTo>
                <a:cubicBezTo>
                  <a:pt x="420529" y="146173"/>
                  <a:pt x="424434" y="152936"/>
                  <a:pt x="430816" y="156365"/>
                </a:cubicBezTo>
                <a:cubicBezTo>
                  <a:pt x="432435" y="156079"/>
                  <a:pt x="434150" y="155794"/>
                  <a:pt x="435960" y="155794"/>
                </a:cubicBezTo>
                <a:cubicBezTo>
                  <a:pt x="442056" y="155508"/>
                  <a:pt x="445865" y="156460"/>
                  <a:pt x="448247" y="157794"/>
                </a:cubicBezTo>
                <a:cubicBezTo>
                  <a:pt x="448437" y="156651"/>
                  <a:pt x="448532" y="154841"/>
                  <a:pt x="448342" y="152269"/>
                </a:cubicBezTo>
                <a:cubicBezTo>
                  <a:pt x="447866" y="143221"/>
                  <a:pt x="450152" y="127790"/>
                  <a:pt x="432721" y="119694"/>
                </a:cubicBezTo>
                <a:lnTo>
                  <a:pt x="432721" y="119599"/>
                </a:lnTo>
                <a:cubicBezTo>
                  <a:pt x="429435" y="118075"/>
                  <a:pt x="425483" y="117551"/>
                  <a:pt x="421970" y="117884"/>
                </a:cubicBezTo>
                <a:close/>
                <a:moveTo>
                  <a:pt x="426161" y="596"/>
                </a:moveTo>
                <a:cubicBezTo>
                  <a:pt x="433078" y="2298"/>
                  <a:pt x="441341" y="7918"/>
                  <a:pt x="454438" y="20824"/>
                </a:cubicBezTo>
                <a:cubicBezTo>
                  <a:pt x="476917" y="42922"/>
                  <a:pt x="494538" y="82451"/>
                  <a:pt x="485775" y="91309"/>
                </a:cubicBezTo>
                <a:cubicBezTo>
                  <a:pt x="478536" y="98739"/>
                  <a:pt x="464058" y="88452"/>
                  <a:pt x="448056" y="68545"/>
                </a:cubicBezTo>
                <a:cubicBezTo>
                  <a:pt x="439674" y="57972"/>
                  <a:pt x="433293" y="45494"/>
                  <a:pt x="430245" y="29587"/>
                </a:cubicBezTo>
                <a:cubicBezTo>
                  <a:pt x="427673" y="16252"/>
                  <a:pt x="417862" y="8442"/>
                  <a:pt x="417862" y="8442"/>
                </a:cubicBezTo>
                <a:cubicBezTo>
                  <a:pt x="417862" y="8442"/>
                  <a:pt x="423577" y="21110"/>
                  <a:pt x="423577" y="32350"/>
                </a:cubicBezTo>
                <a:cubicBezTo>
                  <a:pt x="423577" y="38446"/>
                  <a:pt x="424339" y="61306"/>
                  <a:pt x="434150" y="74164"/>
                </a:cubicBezTo>
                <a:cubicBezTo>
                  <a:pt x="433197" y="75974"/>
                  <a:pt x="432721" y="83404"/>
                  <a:pt x="431673" y="84832"/>
                </a:cubicBezTo>
                <a:cubicBezTo>
                  <a:pt x="420243" y="71021"/>
                  <a:pt x="395764" y="61210"/>
                  <a:pt x="391764" y="58258"/>
                </a:cubicBezTo>
                <a:cubicBezTo>
                  <a:pt x="405289" y="69307"/>
                  <a:pt x="436436" y="94834"/>
                  <a:pt x="448342" y="119218"/>
                </a:cubicBezTo>
                <a:cubicBezTo>
                  <a:pt x="459677" y="142268"/>
                  <a:pt x="453009" y="163509"/>
                  <a:pt x="458724" y="168938"/>
                </a:cubicBezTo>
                <a:cubicBezTo>
                  <a:pt x="460344" y="170462"/>
                  <a:pt x="483013" y="198751"/>
                  <a:pt x="487395" y="212944"/>
                </a:cubicBezTo>
                <a:cubicBezTo>
                  <a:pt x="495015" y="237709"/>
                  <a:pt x="487871" y="263712"/>
                  <a:pt x="477870" y="279809"/>
                </a:cubicBezTo>
                <a:lnTo>
                  <a:pt x="450057" y="284095"/>
                </a:lnTo>
                <a:cubicBezTo>
                  <a:pt x="445961" y="282952"/>
                  <a:pt x="443198" y="282381"/>
                  <a:pt x="439579" y="280285"/>
                </a:cubicBezTo>
                <a:cubicBezTo>
                  <a:pt x="441674" y="276666"/>
                  <a:pt x="445675" y="267808"/>
                  <a:pt x="445675" y="265998"/>
                </a:cubicBezTo>
                <a:lnTo>
                  <a:pt x="444056" y="263236"/>
                </a:lnTo>
                <a:cubicBezTo>
                  <a:pt x="435388" y="275428"/>
                  <a:pt x="420910" y="287334"/>
                  <a:pt x="408813" y="294192"/>
                </a:cubicBezTo>
                <a:cubicBezTo>
                  <a:pt x="393002" y="303145"/>
                  <a:pt x="374809" y="301717"/>
                  <a:pt x="362998" y="298097"/>
                </a:cubicBezTo>
                <a:cubicBezTo>
                  <a:pt x="329470" y="287810"/>
                  <a:pt x="297656" y="265045"/>
                  <a:pt x="290037" y="259140"/>
                </a:cubicBezTo>
                <a:cubicBezTo>
                  <a:pt x="290037" y="259140"/>
                  <a:pt x="289751" y="263902"/>
                  <a:pt x="291180" y="264950"/>
                </a:cubicBezTo>
                <a:cubicBezTo>
                  <a:pt x="299657" y="274475"/>
                  <a:pt x="319088" y="291715"/>
                  <a:pt x="337852" y="303812"/>
                </a:cubicBezTo>
                <a:lnTo>
                  <a:pt x="337947" y="304384"/>
                </a:lnTo>
                <a:lnTo>
                  <a:pt x="297942" y="308765"/>
                </a:lnTo>
                <a:lnTo>
                  <a:pt x="316802" y="455831"/>
                </a:lnTo>
                <a:cubicBezTo>
                  <a:pt x="308420" y="456974"/>
                  <a:pt x="307086" y="457546"/>
                  <a:pt x="297942" y="458879"/>
                </a:cubicBezTo>
                <a:cubicBezTo>
                  <a:pt x="289846" y="430399"/>
                  <a:pt x="274320" y="411730"/>
                  <a:pt x="257461" y="400872"/>
                </a:cubicBezTo>
                <a:cubicBezTo>
                  <a:pt x="242602" y="391347"/>
                  <a:pt x="222028" y="389156"/>
                  <a:pt x="202311" y="393061"/>
                </a:cubicBezTo>
                <a:lnTo>
                  <a:pt x="201073" y="394490"/>
                </a:lnTo>
                <a:cubicBezTo>
                  <a:pt x="214789" y="393061"/>
                  <a:pt x="230981" y="395062"/>
                  <a:pt x="247555" y="405539"/>
                </a:cubicBezTo>
                <a:cubicBezTo>
                  <a:pt x="263748" y="415826"/>
                  <a:pt x="276892" y="442401"/>
                  <a:pt x="281750" y="458403"/>
                </a:cubicBezTo>
                <a:cubicBezTo>
                  <a:pt x="287941" y="478882"/>
                  <a:pt x="292227" y="500694"/>
                  <a:pt x="275558" y="523935"/>
                </a:cubicBezTo>
                <a:cubicBezTo>
                  <a:pt x="263652" y="540604"/>
                  <a:pt x="228505" y="549748"/>
                  <a:pt x="200406" y="529269"/>
                </a:cubicBezTo>
                <a:cubicBezTo>
                  <a:pt x="180023" y="514410"/>
                  <a:pt x="195644" y="505075"/>
                  <a:pt x="154781" y="471071"/>
                </a:cubicBezTo>
                <a:cubicBezTo>
                  <a:pt x="137827" y="457069"/>
                  <a:pt x="143828" y="433162"/>
                  <a:pt x="153829" y="418112"/>
                </a:cubicBezTo>
                <a:cubicBezTo>
                  <a:pt x="166973" y="392680"/>
                  <a:pt x="234982" y="360295"/>
                  <a:pt x="231172" y="319624"/>
                </a:cubicBezTo>
                <a:cubicBezTo>
                  <a:pt x="229839" y="304860"/>
                  <a:pt x="227457" y="285619"/>
                  <a:pt x="213741" y="272380"/>
                </a:cubicBezTo>
                <a:cubicBezTo>
                  <a:pt x="213170" y="277904"/>
                  <a:pt x="214122" y="283143"/>
                  <a:pt x="214122" y="283143"/>
                </a:cubicBezTo>
                <a:cubicBezTo>
                  <a:pt x="214122" y="283143"/>
                  <a:pt x="208407" y="275999"/>
                  <a:pt x="205645" y="266188"/>
                </a:cubicBezTo>
                <a:cubicBezTo>
                  <a:pt x="202883" y="262378"/>
                  <a:pt x="200692" y="261235"/>
                  <a:pt x="197739" y="256187"/>
                </a:cubicBezTo>
                <a:cubicBezTo>
                  <a:pt x="195644" y="261997"/>
                  <a:pt x="195930" y="268760"/>
                  <a:pt x="195930" y="268760"/>
                </a:cubicBezTo>
                <a:cubicBezTo>
                  <a:pt x="195930" y="268760"/>
                  <a:pt x="191357" y="257902"/>
                  <a:pt x="190596" y="248662"/>
                </a:cubicBezTo>
                <a:cubicBezTo>
                  <a:pt x="187833" y="252758"/>
                  <a:pt x="187166" y="260569"/>
                  <a:pt x="187166" y="260569"/>
                </a:cubicBezTo>
                <a:cubicBezTo>
                  <a:pt x="187166" y="260569"/>
                  <a:pt x="181166" y="243328"/>
                  <a:pt x="182499" y="234089"/>
                </a:cubicBezTo>
                <a:cubicBezTo>
                  <a:pt x="179737" y="225993"/>
                  <a:pt x="171641" y="209991"/>
                  <a:pt x="173927" y="173701"/>
                </a:cubicBezTo>
                <a:cubicBezTo>
                  <a:pt x="188881" y="184178"/>
                  <a:pt x="221838" y="181702"/>
                  <a:pt x="234696" y="162747"/>
                </a:cubicBezTo>
                <a:cubicBezTo>
                  <a:pt x="238887" y="156556"/>
                  <a:pt x="241840" y="139411"/>
                  <a:pt x="232506" y="105692"/>
                </a:cubicBezTo>
                <a:cubicBezTo>
                  <a:pt x="226505" y="84070"/>
                  <a:pt x="211741" y="51876"/>
                  <a:pt x="205931" y="39684"/>
                </a:cubicBezTo>
                <a:lnTo>
                  <a:pt x="205264" y="40160"/>
                </a:lnTo>
                <a:cubicBezTo>
                  <a:pt x="208312" y="49971"/>
                  <a:pt x="214598" y="70640"/>
                  <a:pt x="216980" y="80641"/>
                </a:cubicBezTo>
                <a:cubicBezTo>
                  <a:pt x="224219" y="110931"/>
                  <a:pt x="226219" y="121504"/>
                  <a:pt x="222790" y="135505"/>
                </a:cubicBezTo>
                <a:cubicBezTo>
                  <a:pt x="219837" y="147697"/>
                  <a:pt x="212884" y="155698"/>
                  <a:pt x="195168" y="164557"/>
                </a:cubicBezTo>
                <a:cubicBezTo>
                  <a:pt x="177451" y="173415"/>
                  <a:pt x="153924" y="151793"/>
                  <a:pt x="152496" y="150555"/>
                </a:cubicBezTo>
                <a:cubicBezTo>
                  <a:pt x="135255" y="136839"/>
                  <a:pt x="121920" y="114550"/>
                  <a:pt x="120491" y="103692"/>
                </a:cubicBezTo>
                <a:cubicBezTo>
                  <a:pt x="118968" y="91786"/>
                  <a:pt x="127349" y="84642"/>
                  <a:pt x="131540" y="74926"/>
                </a:cubicBezTo>
                <a:cubicBezTo>
                  <a:pt x="125540" y="76641"/>
                  <a:pt x="118777" y="79689"/>
                  <a:pt x="118777" y="79689"/>
                </a:cubicBezTo>
                <a:cubicBezTo>
                  <a:pt x="118777" y="79689"/>
                  <a:pt x="126873" y="71402"/>
                  <a:pt x="136779" y="64163"/>
                </a:cubicBezTo>
                <a:cubicBezTo>
                  <a:pt x="140875" y="61401"/>
                  <a:pt x="143352" y="59686"/>
                  <a:pt x="147638" y="56067"/>
                </a:cubicBezTo>
                <a:cubicBezTo>
                  <a:pt x="141351" y="55876"/>
                  <a:pt x="136303" y="56067"/>
                  <a:pt x="136303" y="56067"/>
                </a:cubicBezTo>
                <a:cubicBezTo>
                  <a:pt x="136303" y="56067"/>
                  <a:pt x="146781" y="50352"/>
                  <a:pt x="157639" y="46256"/>
                </a:cubicBezTo>
                <a:cubicBezTo>
                  <a:pt x="149733" y="45970"/>
                  <a:pt x="142113" y="46256"/>
                  <a:pt x="142113" y="46256"/>
                </a:cubicBezTo>
                <a:cubicBezTo>
                  <a:pt x="142113" y="46256"/>
                  <a:pt x="165449" y="35779"/>
                  <a:pt x="183928" y="28159"/>
                </a:cubicBezTo>
                <a:cubicBezTo>
                  <a:pt x="196596" y="22920"/>
                  <a:pt x="208979" y="24444"/>
                  <a:pt x="215932" y="34540"/>
                </a:cubicBezTo>
                <a:cubicBezTo>
                  <a:pt x="225076" y="47685"/>
                  <a:pt x="234601" y="54924"/>
                  <a:pt x="254985" y="59305"/>
                </a:cubicBezTo>
                <a:cubicBezTo>
                  <a:pt x="267462" y="53781"/>
                  <a:pt x="271272" y="50923"/>
                  <a:pt x="286989" y="46637"/>
                </a:cubicBezTo>
                <a:cubicBezTo>
                  <a:pt x="300800" y="31492"/>
                  <a:pt x="311658" y="29492"/>
                  <a:pt x="311658" y="29492"/>
                </a:cubicBezTo>
                <a:cubicBezTo>
                  <a:pt x="311658" y="29492"/>
                  <a:pt x="306229" y="34350"/>
                  <a:pt x="304800" y="42160"/>
                </a:cubicBezTo>
                <a:cubicBezTo>
                  <a:pt x="312611" y="35969"/>
                  <a:pt x="321183" y="30826"/>
                  <a:pt x="321183" y="30826"/>
                </a:cubicBezTo>
                <a:cubicBezTo>
                  <a:pt x="321183" y="30826"/>
                  <a:pt x="317849" y="34921"/>
                  <a:pt x="314802" y="41398"/>
                </a:cubicBezTo>
                <a:lnTo>
                  <a:pt x="315468" y="42446"/>
                </a:lnTo>
                <a:cubicBezTo>
                  <a:pt x="324612" y="36922"/>
                  <a:pt x="335376" y="32635"/>
                  <a:pt x="335376" y="32635"/>
                </a:cubicBezTo>
                <a:cubicBezTo>
                  <a:pt x="335376" y="32635"/>
                  <a:pt x="332328" y="36445"/>
                  <a:pt x="328708" y="41494"/>
                </a:cubicBezTo>
                <a:cubicBezTo>
                  <a:pt x="335566" y="41494"/>
                  <a:pt x="349568" y="41779"/>
                  <a:pt x="354997" y="42446"/>
                </a:cubicBezTo>
                <a:cubicBezTo>
                  <a:pt x="387001" y="43113"/>
                  <a:pt x="393669" y="8251"/>
                  <a:pt x="405956" y="3870"/>
                </a:cubicBezTo>
                <a:cubicBezTo>
                  <a:pt x="413671" y="1108"/>
                  <a:pt x="419243" y="-1107"/>
                  <a:pt x="426161" y="59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Content_gradient bg">
  <p:cSld name="Title + Content_gradient bg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"/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5002" cy="868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body" idx="1"/>
          </p:nvPr>
        </p:nvSpPr>
        <p:spPr>
          <a:xfrm>
            <a:off x="684276" y="1399032"/>
            <a:ext cx="10782300" cy="4849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355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4pPr>
            <a:lvl5pPr marL="2286000" lvl="4" indent="-3175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3475040" cy="868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boto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_1">
  <p:cSld name="Divider_1">
    <p:bg>
      <p:bgPr>
        <a:solidFill>
          <a:schemeClr val="lt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047" y="-1141"/>
            <a:ext cx="12198094" cy="6860282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5"/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  <a:defRPr sz="6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16" cy="110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_3">
  <p:cSld name="Divider_3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0"/>
            <a:ext cx="12192000" cy="6858026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  <a:defRPr sz="6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16" cy="110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7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_4">
  <p:cSld name="Divider_4">
    <p:bg>
      <p:bgPr>
        <a:solidFill>
          <a:schemeClr val="lt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  <a:defRPr sz="6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16" cy="110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8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_5">
  <p:cSld name="Divider_4_1">
    <p:bg>
      <p:bgPr>
        <a:solidFill>
          <a:schemeClr val="lt1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0"/>
            <a:ext cx="12192000" cy="6858026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9"/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  <a:defRPr sz="6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00" cy="11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" name="Google Shape;68;p9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_6">
  <p:cSld name="Divider_5">
    <p:bg>
      <p:bgPr>
        <a:solidFill>
          <a:schemeClr val="lt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0"/>
          <p:cNvPicPr preferRelativeResize="0"/>
          <p:nvPr/>
        </p:nvPicPr>
        <p:blipFill rotWithShape="1">
          <a:blip r:embed="rId2">
            <a:alphaModFix/>
          </a:blip>
          <a:srcRect l="20" r="20"/>
          <a:stretch/>
        </p:blipFill>
        <p:spPr>
          <a:xfrm>
            <a:off x="-3049" y="-1142"/>
            <a:ext cx="12198098" cy="686028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  <a:defRPr sz="6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16" cy="110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" name="Google Shape;74;p10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ubdivider_4">
  <p:cSld name="Subdivider_green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12191995" cy="685799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title"/>
          </p:nvPr>
        </p:nvSpPr>
        <p:spPr>
          <a:xfrm>
            <a:off x="695323" y="2488407"/>
            <a:ext cx="10795002" cy="1881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Roboto"/>
              <a:buNone/>
              <a:defRPr sz="54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/3_3">
  <p:cSld name="Content 1/3_pink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/>
          <p:nvPr/>
        </p:nvSpPr>
        <p:spPr>
          <a:xfrm>
            <a:off x="0" y="0"/>
            <a:ext cx="4161003" cy="6858000"/>
          </a:xfrm>
          <a:prstGeom prst="rect">
            <a:avLst/>
          </a:prstGeom>
          <a:gradFill>
            <a:gsLst>
              <a:gs pos="0">
                <a:schemeClr val="dk2"/>
              </a:gs>
              <a:gs pos="90000">
                <a:srgbClr val="FF0080"/>
              </a:gs>
              <a:gs pos="100000">
                <a:srgbClr val="FF0080"/>
              </a:gs>
            </a:gsLst>
            <a:lin ang="2700006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17"/>
          <p:cNvSpPr txBox="1">
            <a:spLocks noGrp="1"/>
          </p:cNvSpPr>
          <p:nvPr>
            <p:ph type="title"/>
          </p:nvPr>
        </p:nvSpPr>
        <p:spPr>
          <a:xfrm>
            <a:off x="685800" y="311151"/>
            <a:ext cx="2755900" cy="106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1"/>
          </p:nvPr>
        </p:nvSpPr>
        <p:spPr>
          <a:xfrm>
            <a:off x="685800" y="1687923"/>
            <a:ext cx="2755800" cy="45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marL="2743200" lvl="5" indent="-292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body" idx="2"/>
          </p:nvPr>
        </p:nvSpPr>
        <p:spPr>
          <a:xfrm>
            <a:off x="4718951" y="801850"/>
            <a:ext cx="6769800" cy="52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2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llout_6">
  <p:cSld name="Callout_orange_1">
    <p:bg>
      <p:bgPr>
        <a:gradFill>
          <a:gsLst>
            <a:gs pos="0">
              <a:srgbClr val="5C00EF"/>
            </a:gs>
            <a:gs pos="30000">
              <a:srgbClr val="5C00EF"/>
            </a:gs>
            <a:gs pos="100000">
              <a:srgbClr val="0060FF"/>
            </a:gs>
          </a:gsLst>
          <a:lin ang="2698631" scaled="0"/>
        </a:gra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>
            <a:spLocks noGrp="1"/>
          </p:cNvSpPr>
          <p:nvPr>
            <p:ph type="title"/>
          </p:nvPr>
        </p:nvSpPr>
        <p:spPr>
          <a:xfrm>
            <a:off x="695323" y="4395789"/>
            <a:ext cx="10794900" cy="18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Roboto"/>
              <a:buNone/>
              <a:defRPr sz="54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4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9" name="Google Shape;139;p24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creenshot">
  <p:cSld name="Screenshot">
    <p:bg>
      <p:bgPr>
        <a:solidFill>
          <a:schemeClr val="lt1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5002" cy="868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7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3" name="Google Shape;153;p27"/>
          <p:cNvSpPr txBox="1">
            <a:spLocks noGrp="1"/>
          </p:cNvSpPr>
          <p:nvPr>
            <p:ph type="body" idx="1"/>
          </p:nvPr>
        </p:nvSpPr>
        <p:spPr>
          <a:xfrm>
            <a:off x="695325" y="1638300"/>
            <a:ext cx="10794900" cy="4638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01600" sx="101000" sy="101000" algn="ctr" rotWithShape="0">
              <a:srgbClr val="000000">
                <a:alpha val="9412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marL="1371600" lvl="2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marL="1828800" lvl="3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>
                <a:solidFill>
                  <a:schemeClr val="dk1"/>
                </a:solidFill>
              </a:defRPr>
            </a:lvl4pPr>
            <a:lvl5pPr marL="2286000" lvl="4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Content_2">
  <p:cSld name="Title + Content_blue">
    <p:bg>
      <p:bgPr>
        <a:gradFill>
          <a:gsLst>
            <a:gs pos="0">
              <a:schemeClr val="accent2"/>
            </a:gs>
            <a:gs pos="30000">
              <a:schemeClr val="accent2"/>
            </a:gs>
            <a:gs pos="90000">
              <a:schemeClr val="accent4"/>
            </a:gs>
            <a:gs pos="100000">
              <a:schemeClr val="accent4"/>
            </a:gs>
          </a:gsLst>
          <a:lin ang="2700000" scaled="0"/>
        </a:gra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5002" cy="868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9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29"/>
          <p:cNvSpPr txBox="1">
            <a:spLocks noGrp="1"/>
          </p:cNvSpPr>
          <p:nvPr>
            <p:ph type="body" idx="1"/>
          </p:nvPr>
        </p:nvSpPr>
        <p:spPr>
          <a:xfrm>
            <a:off x="684276" y="1399032"/>
            <a:ext cx="10782300" cy="48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355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29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Content_4">
  <p:cSld name="Title + Content_green">
    <p:bg>
      <p:bgPr>
        <a:gradFill>
          <a:gsLst>
            <a:gs pos="0">
              <a:srgbClr val="00B765"/>
            </a:gs>
            <a:gs pos="30000">
              <a:srgbClr val="00B765"/>
            </a:gs>
            <a:gs pos="90000">
              <a:schemeClr val="accent4"/>
            </a:gs>
            <a:gs pos="100000">
              <a:schemeClr val="accent4"/>
            </a:gs>
          </a:gsLst>
          <a:lin ang="2698631" scaled="0"/>
        </a:gra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5002" cy="868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30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7" name="Google Shape;167;p30"/>
          <p:cNvSpPr txBox="1">
            <a:spLocks noGrp="1"/>
          </p:cNvSpPr>
          <p:nvPr>
            <p:ph type="body" idx="1"/>
          </p:nvPr>
        </p:nvSpPr>
        <p:spPr>
          <a:xfrm>
            <a:off x="684276" y="1399032"/>
            <a:ext cx="10782300" cy="48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355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8" name="Google Shape;168;p30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Content_5">
  <p:cSld name="Title + Content_orange">
    <p:bg>
      <p:bgPr>
        <a:gradFill>
          <a:gsLst>
            <a:gs pos="0">
              <a:schemeClr val="accent3"/>
            </a:gs>
            <a:gs pos="30000">
              <a:schemeClr val="accent3"/>
            </a:gs>
            <a:gs pos="90000">
              <a:schemeClr val="accent5"/>
            </a:gs>
            <a:gs pos="100000">
              <a:schemeClr val="accent5"/>
            </a:gs>
          </a:gsLst>
          <a:lin ang="2698631" scaled="0"/>
        </a:gra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1"/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5002" cy="868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31"/>
          <p:cNvSpPr txBox="1">
            <a:spLocks noGrp="1"/>
          </p:cNvSpPr>
          <p:nvPr>
            <p:ph type="ftr" idx="11"/>
          </p:nvPr>
        </p:nvSpPr>
        <p:spPr>
          <a:xfrm>
            <a:off x="695325" y="6508466"/>
            <a:ext cx="10795000" cy="34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31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" name="Google Shape;173;p31"/>
          <p:cNvSpPr txBox="1">
            <a:spLocks noGrp="1"/>
          </p:cNvSpPr>
          <p:nvPr>
            <p:ph type="body" idx="1"/>
          </p:nvPr>
        </p:nvSpPr>
        <p:spPr>
          <a:xfrm>
            <a:off x="684276" y="1399032"/>
            <a:ext cx="10782300" cy="48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355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4" name="Google Shape;174;p31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/3_2">
  <p:cSld name="Content 1/3_blue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4"/>
          <p:cNvSpPr/>
          <p:nvPr/>
        </p:nvSpPr>
        <p:spPr>
          <a:xfrm>
            <a:off x="0" y="0"/>
            <a:ext cx="4161003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0000">
                <a:schemeClr val="accent2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34"/>
          <p:cNvSpPr txBox="1">
            <a:spLocks noGrp="1"/>
          </p:cNvSpPr>
          <p:nvPr>
            <p:ph type="title"/>
          </p:nvPr>
        </p:nvSpPr>
        <p:spPr>
          <a:xfrm>
            <a:off x="685800" y="311151"/>
            <a:ext cx="2755900" cy="106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34"/>
          <p:cNvSpPr txBox="1">
            <a:spLocks noGrp="1"/>
          </p:cNvSpPr>
          <p:nvPr>
            <p:ph type="ftr" idx="11"/>
          </p:nvPr>
        </p:nvSpPr>
        <p:spPr>
          <a:xfrm>
            <a:off x="695325" y="6508466"/>
            <a:ext cx="10795000" cy="34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DDDDD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34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3" name="Google Shape;193;p34"/>
          <p:cNvSpPr txBox="1">
            <a:spLocks noGrp="1"/>
          </p:cNvSpPr>
          <p:nvPr>
            <p:ph type="body" idx="1"/>
          </p:nvPr>
        </p:nvSpPr>
        <p:spPr>
          <a:xfrm>
            <a:off x="685800" y="1687923"/>
            <a:ext cx="2755800" cy="45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marL="2743200" lvl="5" indent="-292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4" name="Google Shape;194;p34"/>
          <p:cNvSpPr txBox="1">
            <a:spLocks noGrp="1"/>
          </p:cNvSpPr>
          <p:nvPr>
            <p:ph type="body" idx="2"/>
          </p:nvPr>
        </p:nvSpPr>
        <p:spPr>
          <a:xfrm>
            <a:off x="4718951" y="801850"/>
            <a:ext cx="6769800" cy="52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2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/3_4">
  <p:cSld name="Content 1/3_green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5"/>
          <p:cNvSpPr/>
          <p:nvPr/>
        </p:nvSpPr>
        <p:spPr>
          <a:xfrm>
            <a:off x="0" y="0"/>
            <a:ext cx="4161000" cy="6858000"/>
          </a:xfrm>
          <a:prstGeom prst="rect">
            <a:avLst/>
          </a:prstGeom>
          <a:gradFill>
            <a:gsLst>
              <a:gs pos="0">
                <a:srgbClr val="00B765"/>
              </a:gs>
              <a:gs pos="30000">
                <a:srgbClr val="00B765"/>
              </a:gs>
              <a:gs pos="90000">
                <a:schemeClr val="accent4"/>
              </a:gs>
              <a:gs pos="100000">
                <a:schemeClr val="accent4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5"/>
          <p:cNvSpPr txBox="1">
            <a:spLocks noGrp="1"/>
          </p:cNvSpPr>
          <p:nvPr>
            <p:ph type="title"/>
          </p:nvPr>
        </p:nvSpPr>
        <p:spPr>
          <a:xfrm>
            <a:off x="685800" y="311151"/>
            <a:ext cx="2755800" cy="10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35"/>
          <p:cNvSpPr txBox="1">
            <a:spLocks noGrp="1"/>
          </p:cNvSpPr>
          <p:nvPr>
            <p:ph type="ftr" idx="11"/>
          </p:nvPr>
        </p:nvSpPr>
        <p:spPr>
          <a:xfrm>
            <a:off x="695325" y="6508466"/>
            <a:ext cx="10795000" cy="34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DDDDD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35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0" name="Google Shape;200;p35"/>
          <p:cNvSpPr txBox="1">
            <a:spLocks noGrp="1"/>
          </p:cNvSpPr>
          <p:nvPr>
            <p:ph type="body" idx="1"/>
          </p:nvPr>
        </p:nvSpPr>
        <p:spPr>
          <a:xfrm>
            <a:off x="685800" y="1687923"/>
            <a:ext cx="2755800" cy="45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marL="2743200" lvl="5" indent="-292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1" name="Google Shape;201;p35"/>
          <p:cNvSpPr txBox="1">
            <a:spLocks noGrp="1"/>
          </p:cNvSpPr>
          <p:nvPr>
            <p:ph type="body" idx="2"/>
          </p:nvPr>
        </p:nvSpPr>
        <p:spPr>
          <a:xfrm>
            <a:off x="4718951" y="801850"/>
            <a:ext cx="6769800" cy="52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2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/3_5">
  <p:cSld name="Content 1/3_orange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6"/>
          <p:cNvSpPr/>
          <p:nvPr/>
        </p:nvSpPr>
        <p:spPr>
          <a:xfrm>
            <a:off x="0" y="0"/>
            <a:ext cx="4161000" cy="6858000"/>
          </a:xfrm>
          <a:prstGeom prst="rect">
            <a:avLst/>
          </a:prstGeom>
          <a:gradFill>
            <a:gsLst>
              <a:gs pos="0">
                <a:schemeClr val="accent3"/>
              </a:gs>
              <a:gs pos="30000">
                <a:schemeClr val="accent3"/>
              </a:gs>
              <a:gs pos="90000">
                <a:schemeClr val="accent5"/>
              </a:gs>
              <a:gs pos="100000">
                <a:schemeClr val="accent5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6"/>
          <p:cNvSpPr txBox="1">
            <a:spLocks noGrp="1"/>
          </p:cNvSpPr>
          <p:nvPr>
            <p:ph type="title"/>
          </p:nvPr>
        </p:nvSpPr>
        <p:spPr>
          <a:xfrm>
            <a:off x="685800" y="311151"/>
            <a:ext cx="2755900" cy="106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36"/>
          <p:cNvSpPr txBox="1">
            <a:spLocks noGrp="1"/>
          </p:cNvSpPr>
          <p:nvPr>
            <p:ph type="ftr" idx="11"/>
          </p:nvPr>
        </p:nvSpPr>
        <p:spPr>
          <a:xfrm>
            <a:off x="695325" y="6508466"/>
            <a:ext cx="10795000" cy="34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DDDDD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36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7" name="Google Shape;207;p36"/>
          <p:cNvSpPr txBox="1">
            <a:spLocks noGrp="1"/>
          </p:cNvSpPr>
          <p:nvPr>
            <p:ph type="body" idx="1"/>
          </p:nvPr>
        </p:nvSpPr>
        <p:spPr>
          <a:xfrm>
            <a:off x="685800" y="1687923"/>
            <a:ext cx="2755800" cy="45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marL="2743200" lvl="5" indent="-292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8" name="Google Shape;208;p36"/>
          <p:cNvSpPr txBox="1">
            <a:spLocks noGrp="1"/>
          </p:cNvSpPr>
          <p:nvPr>
            <p:ph type="body" idx="2"/>
          </p:nvPr>
        </p:nvSpPr>
        <p:spPr>
          <a:xfrm>
            <a:off x="4718950" y="801850"/>
            <a:ext cx="6769800" cy="52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2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/3_6">
  <p:cSld name="Content 1/3_orange_1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7"/>
          <p:cNvSpPr/>
          <p:nvPr/>
        </p:nvSpPr>
        <p:spPr>
          <a:xfrm>
            <a:off x="0" y="0"/>
            <a:ext cx="4161000" cy="6858000"/>
          </a:xfrm>
          <a:prstGeom prst="rect">
            <a:avLst/>
          </a:prstGeom>
          <a:gradFill>
            <a:gsLst>
              <a:gs pos="0">
                <a:srgbClr val="5C00EF"/>
              </a:gs>
              <a:gs pos="30000">
                <a:srgbClr val="5C00EF"/>
              </a:gs>
              <a:gs pos="100000">
                <a:srgbClr val="0060FF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37"/>
          <p:cNvSpPr txBox="1">
            <a:spLocks noGrp="1"/>
          </p:cNvSpPr>
          <p:nvPr>
            <p:ph type="title"/>
          </p:nvPr>
        </p:nvSpPr>
        <p:spPr>
          <a:xfrm>
            <a:off x="685800" y="311151"/>
            <a:ext cx="2755800" cy="10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37"/>
          <p:cNvSpPr txBox="1">
            <a:spLocks noGrp="1"/>
          </p:cNvSpPr>
          <p:nvPr>
            <p:ph type="ftr" idx="11"/>
          </p:nvPr>
        </p:nvSpPr>
        <p:spPr>
          <a:xfrm>
            <a:off x="695325" y="6508466"/>
            <a:ext cx="107949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DDDDD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37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4" name="Google Shape;214;p37"/>
          <p:cNvSpPr txBox="1">
            <a:spLocks noGrp="1"/>
          </p:cNvSpPr>
          <p:nvPr>
            <p:ph type="body" idx="1"/>
          </p:nvPr>
        </p:nvSpPr>
        <p:spPr>
          <a:xfrm>
            <a:off x="685800" y="1687923"/>
            <a:ext cx="2755800" cy="45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marL="2743200" lvl="5" indent="-292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5" name="Google Shape;215;p37"/>
          <p:cNvSpPr txBox="1">
            <a:spLocks noGrp="1"/>
          </p:cNvSpPr>
          <p:nvPr>
            <p:ph type="body" idx="2"/>
          </p:nvPr>
        </p:nvSpPr>
        <p:spPr>
          <a:xfrm>
            <a:off x="4718951" y="801850"/>
            <a:ext cx="6771300" cy="52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2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rom_To_2">
  <p:cSld name="From_To_blue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38"/>
          <p:cNvPicPr preferRelativeResize="0"/>
          <p:nvPr/>
        </p:nvPicPr>
        <p:blipFill rotWithShape="1">
          <a:blip r:embed="rId2">
            <a:alphaModFix amt="35000"/>
          </a:blip>
          <a:srcRect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8"/>
          <p:cNvSpPr/>
          <p:nvPr/>
        </p:nvSpPr>
        <p:spPr>
          <a:xfrm>
            <a:off x="6096001" y="0"/>
            <a:ext cx="6096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0000">
                <a:schemeClr val="accent2"/>
              </a:gs>
              <a:gs pos="90000">
                <a:schemeClr val="accent4"/>
              </a:gs>
              <a:gs pos="100000">
                <a:schemeClr val="accent4"/>
              </a:gs>
            </a:gsLst>
            <a:lin ang="2698631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38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0" name="Google Shape;220;p38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rom_To_3">
  <p:cSld name="From_To_pink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9"/>
          <p:cNvSpPr/>
          <p:nvPr/>
        </p:nvSpPr>
        <p:spPr>
          <a:xfrm>
            <a:off x="6096001" y="0"/>
            <a:ext cx="6096000" cy="6858000"/>
          </a:xfrm>
          <a:prstGeom prst="rect">
            <a:avLst/>
          </a:prstGeom>
          <a:gradFill>
            <a:gsLst>
              <a:gs pos="0">
                <a:schemeClr val="dk2"/>
              </a:gs>
              <a:gs pos="90000">
                <a:srgbClr val="FF0080"/>
              </a:gs>
              <a:gs pos="100000">
                <a:srgbClr val="FF0080"/>
              </a:gs>
            </a:gsLst>
            <a:lin ang="2700006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3" name="Google Shape;223;p39"/>
          <p:cNvPicPr preferRelativeResize="0"/>
          <p:nvPr/>
        </p:nvPicPr>
        <p:blipFill rotWithShape="1">
          <a:blip r:embed="rId2">
            <a:alphaModFix amt="35000"/>
          </a:blip>
          <a:srcRect/>
          <a:stretch/>
        </p:blipFill>
        <p:spPr>
          <a:xfrm>
            <a:off x="0" y="0"/>
            <a:ext cx="6095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9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5" name="Google Shape;225;p39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rom_To_4">
  <p:cSld name="From_To_green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0"/>
          <p:cNvSpPr/>
          <p:nvPr/>
        </p:nvSpPr>
        <p:spPr>
          <a:xfrm>
            <a:off x="6096001" y="0"/>
            <a:ext cx="6096000" cy="6858000"/>
          </a:xfrm>
          <a:prstGeom prst="rect">
            <a:avLst/>
          </a:prstGeom>
          <a:gradFill>
            <a:gsLst>
              <a:gs pos="0">
                <a:srgbClr val="00B765"/>
              </a:gs>
              <a:gs pos="30000">
                <a:srgbClr val="00B765"/>
              </a:gs>
              <a:gs pos="90000">
                <a:schemeClr val="accent4"/>
              </a:gs>
              <a:gs pos="100000">
                <a:schemeClr val="accent4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40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9" name="Google Shape;229;p40"/>
          <p:cNvPicPr preferRelativeResize="0"/>
          <p:nvPr/>
        </p:nvPicPr>
        <p:blipFill rotWithShape="1">
          <a:blip r:embed="rId2">
            <a:alphaModFix amt="35000"/>
          </a:blip>
          <a:srcRect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40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rom_To_5">
  <p:cSld name="From_To_orange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1"/>
          <p:cNvSpPr/>
          <p:nvPr/>
        </p:nvSpPr>
        <p:spPr>
          <a:xfrm>
            <a:off x="6096001" y="0"/>
            <a:ext cx="6096000" cy="6858000"/>
          </a:xfrm>
          <a:prstGeom prst="rect">
            <a:avLst/>
          </a:prstGeom>
          <a:gradFill>
            <a:gsLst>
              <a:gs pos="0">
                <a:schemeClr val="accent3"/>
              </a:gs>
              <a:gs pos="30000">
                <a:schemeClr val="accent3"/>
              </a:gs>
              <a:gs pos="90000">
                <a:schemeClr val="accent5"/>
              </a:gs>
              <a:gs pos="100000">
                <a:schemeClr val="accent5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" name="Google Shape;233;p41"/>
          <p:cNvPicPr preferRelativeResize="0"/>
          <p:nvPr/>
        </p:nvPicPr>
        <p:blipFill rotWithShape="1">
          <a:blip r:embed="rId2">
            <a:alphaModFix amt="35000"/>
          </a:blip>
          <a:srcRect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41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5" name="Google Shape;235;p41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rom_To_6">
  <p:cSld name="From_To_orange_1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2"/>
          <p:cNvSpPr/>
          <p:nvPr/>
        </p:nvSpPr>
        <p:spPr>
          <a:xfrm>
            <a:off x="6096001" y="0"/>
            <a:ext cx="6096000" cy="6858000"/>
          </a:xfrm>
          <a:prstGeom prst="rect">
            <a:avLst/>
          </a:prstGeom>
          <a:gradFill>
            <a:gsLst>
              <a:gs pos="0">
                <a:srgbClr val="5C00EF"/>
              </a:gs>
              <a:gs pos="30000">
                <a:srgbClr val="5C00EF"/>
              </a:gs>
              <a:gs pos="100000">
                <a:srgbClr val="0060FF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8" name="Google Shape;238;p42"/>
          <p:cNvPicPr preferRelativeResize="0"/>
          <p:nvPr/>
        </p:nvPicPr>
        <p:blipFill rotWithShape="1">
          <a:blip r:embed="rId2">
            <a:alphaModFix amt="35000"/>
          </a:blip>
          <a:srcRect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42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0" name="Google Shape;240;p42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1" name="Google Shape;11;p1"/>
            <p:cNvPicPr preferRelativeResize="0"/>
            <p:nvPr/>
          </p:nvPicPr>
          <p:blipFill rotWithShape="1">
            <a:blip r:embed="rId26">
              <a:alphaModFix amt="40000"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2;p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49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3" name="Google Shape;13;p1"/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5002" cy="868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  <a:defRPr sz="36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body" idx="1"/>
          </p:nvPr>
        </p:nvSpPr>
        <p:spPr>
          <a:xfrm>
            <a:off x="695325" y="1427163"/>
            <a:ext cx="10794900" cy="48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286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>
            <a:off x="695325" y="6508466"/>
            <a:ext cx="10795000" cy="34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69EA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69EA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69EA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69EA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69EA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69EA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69EA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69EA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69EA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7" name="Google Shape;17;p1"/>
          <p:cNvGrpSpPr/>
          <p:nvPr/>
        </p:nvGrpSpPr>
        <p:grpSpPr>
          <a:xfrm>
            <a:off x="0" y="-710591"/>
            <a:ext cx="4109466" cy="479100"/>
            <a:chOff x="-154430" y="-626779"/>
            <a:chExt cx="4109466" cy="479100"/>
          </a:xfrm>
        </p:grpSpPr>
        <p:sp>
          <p:nvSpPr>
            <p:cNvPr id="18" name="Google Shape;18;p1"/>
            <p:cNvSpPr/>
            <p:nvPr/>
          </p:nvSpPr>
          <p:spPr>
            <a:xfrm>
              <a:off x="-154430" y="-626779"/>
              <a:ext cx="479100" cy="479100"/>
            </a:xfrm>
            <a:prstGeom prst="ellipse">
              <a:avLst/>
            </a:prstGeom>
            <a:gradFill>
              <a:gsLst>
                <a:gs pos="0">
                  <a:srgbClr val="5C00EF"/>
                </a:gs>
                <a:gs pos="30000">
                  <a:srgbClr val="5C00EF"/>
                </a:gs>
                <a:gs pos="90000">
                  <a:srgbClr val="9C43FE"/>
                </a:gs>
                <a:gs pos="100000">
                  <a:srgbClr val="9C43FE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450631" y="-626779"/>
              <a:ext cx="479100" cy="479100"/>
            </a:xfrm>
            <a:prstGeom prst="ellipse">
              <a:avLst/>
            </a:prstGeom>
            <a:gradFill>
              <a:gsLst>
                <a:gs pos="0">
                  <a:srgbClr val="5C00EF"/>
                </a:gs>
                <a:gs pos="30000">
                  <a:srgbClr val="5C00EF"/>
                </a:gs>
                <a:gs pos="100000">
                  <a:srgbClr val="0060FF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SzPts val="100"/>
                <a:buNone/>
              </a:pPr>
              <a:endParaRPr sz="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1055692" y="-626779"/>
              <a:ext cx="479100" cy="479100"/>
            </a:xfrm>
            <a:prstGeom prst="ellipse">
              <a:avLst/>
            </a:prstGeom>
            <a:gradFill>
              <a:gsLst>
                <a:gs pos="0">
                  <a:srgbClr val="0060FF"/>
                </a:gs>
                <a:gs pos="30000">
                  <a:srgbClr val="0060FF"/>
                </a:gs>
                <a:gs pos="90000">
                  <a:srgbClr val="00CAFF"/>
                </a:gs>
                <a:gs pos="100000">
                  <a:srgbClr val="00CAFF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1660753" y="-626779"/>
              <a:ext cx="479100" cy="479100"/>
            </a:xfrm>
            <a:prstGeom prst="ellipse">
              <a:avLst/>
            </a:prstGeom>
            <a:gradFill>
              <a:gsLst>
                <a:gs pos="0">
                  <a:srgbClr val="00B765"/>
                </a:gs>
                <a:gs pos="30000">
                  <a:srgbClr val="00B765"/>
                </a:gs>
                <a:gs pos="90000">
                  <a:srgbClr val="00CAFF"/>
                </a:gs>
                <a:gs pos="100000">
                  <a:srgbClr val="00CAFF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800">
                <a:solidFill>
                  <a:srgbClr val="FFFFFF"/>
                </a:solidFill>
              </a:endParaRPr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2265814" y="-626779"/>
              <a:ext cx="479100" cy="4791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90000">
                  <a:srgbClr val="FF0080"/>
                </a:gs>
                <a:gs pos="100000">
                  <a:srgbClr val="FF0080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2870875" y="-626779"/>
              <a:ext cx="479100" cy="479100"/>
            </a:xfrm>
            <a:prstGeom prst="ellipse">
              <a:avLst/>
            </a:prstGeom>
            <a:gradFill>
              <a:gsLst>
                <a:gs pos="0">
                  <a:srgbClr val="FF0080"/>
                </a:gs>
                <a:gs pos="30000">
                  <a:srgbClr val="FF0080"/>
                </a:gs>
                <a:gs pos="90000">
                  <a:srgbClr val="FF5E00"/>
                </a:gs>
                <a:gs pos="100000">
                  <a:srgbClr val="FF5E00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rgbClr val="FFFFFF"/>
                </a:solidFill>
              </a:endParaRPr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3475936" y="-626779"/>
              <a:ext cx="479100" cy="479100"/>
            </a:xfrm>
            <a:prstGeom prst="ellipse">
              <a:avLst/>
            </a:prstGeom>
            <a:gradFill>
              <a:gsLst>
                <a:gs pos="0">
                  <a:srgbClr val="FF5E00"/>
                </a:gs>
                <a:gs pos="30000">
                  <a:srgbClr val="FF5E00"/>
                </a:gs>
                <a:gs pos="90000">
                  <a:srgbClr val="FF9B00"/>
                </a:gs>
                <a:gs pos="100000">
                  <a:srgbClr val="FF9B00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rgbClr val="FFFFFF"/>
                </a:solidFill>
              </a:endParaRPr>
            </a:p>
          </p:txBody>
        </p:sp>
      </p:grpSp>
      <p:sp>
        <p:nvSpPr>
          <p:cNvPr id="25" name="Google Shape;25;p1"/>
          <p:cNvSpPr/>
          <p:nvPr/>
        </p:nvSpPr>
        <p:spPr>
          <a:xfrm>
            <a:off x="10585766" y="6450775"/>
            <a:ext cx="1080114" cy="274790"/>
          </a:xfrm>
          <a:custGeom>
            <a:avLst/>
            <a:gdLst/>
            <a:ahLst/>
            <a:cxnLst/>
            <a:rect l="l" t="t" r="r" b="b"/>
            <a:pathLst>
              <a:path w="1903285" h="482088" extrusionOk="0">
                <a:moveTo>
                  <a:pt x="407670" y="278511"/>
                </a:moveTo>
                <a:lnTo>
                  <a:pt x="418529" y="394907"/>
                </a:lnTo>
                <a:lnTo>
                  <a:pt x="232219" y="429292"/>
                </a:lnTo>
                <a:lnTo>
                  <a:pt x="230505" y="412814"/>
                </a:lnTo>
                <a:lnTo>
                  <a:pt x="264795" y="360521"/>
                </a:lnTo>
                <a:lnTo>
                  <a:pt x="303752" y="371856"/>
                </a:lnTo>
                <a:lnTo>
                  <a:pt x="337185" y="315944"/>
                </a:lnTo>
                <a:lnTo>
                  <a:pt x="377213" y="342377"/>
                </a:lnTo>
                <a:lnTo>
                  <a:pt x="377190" y="342424"/>
                </a:lnTo>
                <a:lnTo>
                  <a:pt x="377285" y="342424"/>
                </a:lnTo>
                <a:lnTo>
                  <a:pt x="377213" y="342377"/>
                </a:lnTo>
                <a:close/>
                <a:moveTo>
                  <a:pt x="419005" y="254699"/>
                </a:moveTo>
                <a:lnTo>
                  <a:pt x="296513" y="276892"/>
                </a:lnTo>
                <a:cubicBezTo>
                  <a:pt x="293560" y="280797"/>
                  <a:pt x="286036" y="287655"/>
                  <a:pt x="282416" y="289465"/>
                </a:cubicBezTo>
                <a:cubicBezTo>
                  <a:pt x="266986" y="297180"/>
                  <a:pt x="256508" y="294989"/>
                  <a:pt x="247459" y="292608"/>
                </a:cubicBezTo>
                <a:cubicBezTo>
                  <a:pt x="241649" y="291179"/>
                  <a:pt x="238315" y="290322"/>
                  <a:pt x="233458" y="288131"/>
                </a:cubicBezTo>
                <a:lnTo>
                  <a:pt x="203549" y="292227"/>
                </a:lnTo>
                <a:lnTo>
                  <a:pt x="203549" y="292322"/>
                </a:lnTo>
                <a:lnTo>
                  <a:pt x="221647" y="443770"/>
                </a:lnTo>
                <a:lnTo>
                  <a:pt x="431482" y="405956"/>
                </a:lnTo>
                <a:close/>
                <a:moveTo>
                  <a:pt x="325850" y="205645"/>
                </a:moveTo>
                <a:cubicBezTo>
                  <a:pt x="329470" y="207645"/>
                  <a:pt x="329470" y="213836"/>
                  <a:pt x="326993" y="219646"/>
                </a:cubicBezTo>
                <a:cubicBezTo>
                  <a:pt x="323374" y="228029"/>
                  <a:pt x="318230" y="237268"/>
                  <a:pt x="312420" y="238030"/>
                </a:cubicBezTo>
                <a:cubicBezTo>
                  <a:pt x="302895" y="239363"/>
                  <a:pt x="293941" y="234220"/>
                  <a:pt x="283655" y="226504"/>
                </a:cubicBezTo>
                <a:cubicBezTo>
                  <a:pt x="280035" y="223742"/>
                  <a:pt x="277749" y="217075"/>
                  <a:pt x="282702" y="213265"/>
                </a:cubicBezTo>
                <a:cubicBezTo>
                  <a:pt x="285369" y="211074"/>
                  <a:pt x="297847" y="207074"/>
                  <a:pt x="309372" y="205740"/>
                </a:cubicBezTo>
                <a:cubicBezTo>
                  <a:pt x="315373" y="205073"/>
                  <a:pt x="324040" y="204597"/>
                  <a:pt x="325850" y="205645"/>
                </a:cubicBezTo>
                <a:close/>
                <a:moveTo>
                  <a:pt x="1328928" y="171735"/>
                </a:moveTo>
                <a:lnTo>
                  <a:pt x="1328928" y="310705"/>
                </a:lnTo>
                <a:lnTo>
                  <a:pt x="1374171" y="310705"/>
                </a:lnTo>
                <a:cubicBezTo>
                  <a:pt x="1416748" y="310705"/>
                  <a:pt x="1438084" y="285655"/>
                  <a:pt x="1438084" y="235648"/>
                </a:cubicBezTo>
                <a:cubicBezTo>
                  <a:pt x="1438084" y="193072"/>
                  <a:pt x="1416748" y="171735"/>
                  <a:pt x="1374171" y="171735"/>
                </a:cubicBezTo>
                <a:close/>
                <a:moveTo>
                  <a:pt x="569023" y="171735"/>
                </a:moveTo>
                <a:lnTo>
                  <a:pt x="569023" y="310705"/>
                </a:lnTo>
                <a:lnTo>
                  <a:pt x="614266" y="310705"/>
                </a:lnTo>
                <a:cubicBezTo>
                  <a:pt x="656843" y="310705"/>
                  <a:pt x="678084" y="285655"/>
                  <a:pt x="678084" y="235648"/>
                </a:cubicBezTo>
                <a:cubicBezTo>
                  <a:pt x="678084" y="193072"/>
                  <a:pt x="656843" y="171735"/>
                  <a:pt x="614266" y="171735"/>
                </a:cubicBezTo>
                <a:close/>
                <a:moveTo>
                  <a:pt x="1604962" y="170116"/>
                </a:moveTo>
                <a:cubicBezTo>
                  <a:pt x="1563623" y="170116"/>
                  <a:pt x="1541430" y="193548"/>
                  <a:pt x="1541430" y="240506"/>
                </a:cubicBezTo>
                <a:cubicBezTo>
                  <a:pt x="1541430" y="287464"/>
                  <a:pt x="1562576" y="311944"/>
                  <a:pt x="1604962" y="311944"/>
                </a:cubicBezTo>
                <a:cubicBezTo>
                  <a:pt x="1646300" y="311944"/>
                  <a:pt x="1666969" y="288131"/>
                  <a:pt x="1666969" y="240506"/>
                </a:cubicBezTo>
                <a:cubicBezTo>
                  <a:pt x="1666969" y="192881"/>
                  <a:pt x="1646300" y="170116"/>
                  <a:pt x="1604962" y="170116"/>
                </a:cubicBezTo>
                <a:close/>
                <a:moveTo>
                  <a:pt x="215075" y="143066"/>
                </a:moveTo>
                <a:cubicBezTo>
                  <a:pt x="221409" y="143185"/>
                  <a:pt x="225457" y="144971"/>
                  <a:pt x="223838" y="146495"/>
                </a:cubicBezTo>
                <a:cubicBezTo>
                  <a:pt x="217646" y="152400"/>
                  <a:pt x="225933" y="150686"/>
                  <a:pt x="226790" y="161544"/>
                </a:cubicBezTo>
                <a:cubicBezTo>
                  <a:pt x="227457" y="169545"/>
                  <a:pt x="224885" y="174022"/>
                  <a:pt x="222599" y="176498"/>
                </a:cubicBezTo>
                <a:cubicBezTo>
                  <a:pt x="217837" y="177070"/>
                  <a:pt x="212122" y="178308"/>
                  <a:pt x="205264" y="180499"/>
                </a:cubicBezTo>
                <a:cubicBezTo>
                  <a:pt x="201168" y="181833"/>
                  <a:pt x="197644" y="183356"/>
                  <a:pt x="194500" y="184785"/>
                </a:cubicBezTo>
                <a:cubicBezTo>
                  <a:pt x="193643" y="184214"/>
                  <a:pt x="192786" y="183642"/>
                  <a:pt x="191738" y="182690"/>
                </a:cubicBezTo>
                <a:cubicBezTo>
                  <a:pt x="181165" y="173450"/>
                  <a:pt x="181451" y="157258"/>
                  <a:pt x="192596" y="149638"/>
                </a:cubicBezTo>
                <a:cubicBezTo>
                  <a:pt x="200121" y="144495"/>
                  <a:pt x="208741" y="142947"/>
                  <a:pt x="215075" y="143066"/>
                </a:cubicBezTo>
                <a:close/>
                <a:moveTo>
                  <a:pt x="1290923" y="138779"/>
                </a:moveTo>
                <a:lnTo>
                  <a:pt x="1379886" y="138779"/>
                </a:lnTo>
                <a:cubicBezTo>
                  <a:pt x="1443990" y="138779"/>
                  <a:pt x="1476089" y="171069"/>
                  <a:pt x="1476089" y="235648"/>
                </a:cubicBezTo>
                <a:cubicBezTo>
                  <a:pt x="1476089" y="307657"/>
                  <a:pt x="1444085" y="343662"/>
                  <a:pt x="1379886" y="343662"/>
                </a:cubicBezTo>
                <a:lnTo>
                  <a:pt x="1379886" y="343567"/>
                </a:lnTo>
                <a:lnTo>
                  <a:pt x="1290923" y="343567"/>
                </a:lnTo>
                <a:close/>
                <a:moveTo>
                  <a:pt x="531018" y="138779"/>
                </a:moveTo>
                <a:lnTo>
                  <a:pt x="619981" y="138779"/>
                </a:lnTo>
                <a:cubicBezTo>
                  <a:pt x="684085" y="138779"/>
                  <a:pt x="716184" y="171069"/>
                  <a:pt x="716184" y="235648"/>
                </a:cubicBezTo>
                <a:cubicBezTo>
                  <a:pt x="716184" y="307657"/>
                  <a:pt x="684085" y="343662"/>
                  <a:pt x="619981" y="343662"/>
                </a:cubicBezTo>
                <a:lnTo>
                  <a:pt x="619981" y="343567"/>
                </a:lnTo>
                <a:lnTo>
                  <a:pt x="531018" y="343567"/>
                </a:lnTo>
                <a:close/>
                <a:moveTo>
                  <a:pt x="1135760" y="138684"/>
                </a:moveTo>
                <a:lnTo>
                  <a:pt x="1176718" y="138684"/>
                </a:lnTo>
                <a:lnTo>
                  <a:pt x="1265681" y="343567"/>
                </a:lnTo>
                <a:lnTo>
                  <a:pt x="1224724" y="343567"/>
                </a:lnTo>
                <a:lnTo>
                  <a:pt x="1198911" y="287655"/>
                </a:lnTo>
                <a:lnTo>
                  <a:pt x="1133189" y="287655"/>
                </a:lnTo>
                <a:lnTo>
                  <a:pt x="1146238" y="254699"/>
                </a:lnTo>
                <a:lnTo>
                  <a:pt x="1188910" y="254699"/>
                </a:lnTo>
                <a:lnTo>
                  <a:pt x="1155287" y="177832"/>
                </a:lnTo>
                <a:lnTo>
                  <a:pt x="1087754" y="343567"/>
                </a:lnTo>
                <a:lnTo>
                  <a:pt x="1048702" y="343567"/>
                </a:lnTo>
                <a:close/>
                <a:moveTo>
                  <a:pt x="912495" y="138684"/>
                </a:moveTo>
                <a:lnTo>
                  <a:pt x="1068229" y="138684"/>
                </a:lnTo>
                <a:lnTo>
                  <a:pt x="1068229" y="171641"/>
                </a:lnTo>
                <a:lnTo>
                  <a:pt x="1009364" y="171641"/>
                </a:lnTo>
                <a:lnTo>
                  <a:pt x="1009364" y="343567"/>
                </a:lnTo>
                <a:lnTo>
                  <a:pt x="971359" y="343567"/>
                </a:lnTo>
                <a:lnTo>
                  <a:pt x="971359" y="171641"/>
                </a:lnTo>
                <a:lnTo>
                  <a:pt x="912495" y="171641"/>
                </a:lnTo>
                <a:close/>
                <a:moveTo>
                  <a:pt x="804005" y="138684"/>
                </a:moveTo>
                <a:lnTo>
                  <a:pt x="844962" y="138684"/>
                </a:lnTo>
                <a:lnTo>
                  <a:pt x="933926" y="343567"/>
                </a:lnTo>
                <a:lnTo>
                  <a:pt x="893063" y="343567"/>
                </a:lnTo>
                <a:lnTo>
                  <a:pt x="867250" y="287655"/>
                </a:lnTo>
                <a:lnTo>
                  <a:pt x="801528" y="287655"/>
                </a:lnTo>
                <a:lnTo>
                  <a:pt x="814577" y="254699"/>
                </a:lnTo>
                <a:lnTo>
                  <a:pt x="857154" y="254699"/>
                </a:lnTo>
                <a:lnTo>
                  <a:pt x="823626" y="177832"/>
                </a:lnTo>
                <a:lnTo>
                  <a:pt x="755999" y="343567"/>
                </a:lnTo>
                <a:lnTo>
                  <a:pt x="716946" y="343567"/>
                </a:lnTo>
                <a:close/>
                <a:moveTo>
                  <a:pt x="1842896" y="137350"/>
                </a:moveTo>
                <a:cubicBezTo>
                  <a:pt x="1865375" y="137350"/>
                  <a:pt x="1885473" y="140684"/>
                  <a:pt x="1903189" y="147351"/>
                </a:cubicBezTo>
                <a:lnTo>
                  <a:pt x="1903189" y="181737"/>
                </a:lnTo>
                <a:cubicBezTo>
                  <a:pt x="1885473" y="174021"/>
                  <a:pt x="1866327" y="170211"/>
                  <a:pt x="1845754" y="170211"/>
                </a:cubicBezTo>
                <a:cubicBezTo>
                  <a:pt x="1796510" y="170211"/>
                  <a:pt x="1771840" y="192881"/>
                  <a:pt x="1771840" y="238315"/>
                </a:cubicBezTo>
                <a:cubicBezTo>
                  <a:pt x="1771840" y="287464"/>
                  <a:pt x="1795081" y="312038"/>
                  <a:pt x="1841563" y="312038"/>
                </a:cubicBezTo>
                <a:cubicBezTo>
                  <a:pt x="1848420" y="312038"/>
                  <a:pt x="1856326" y="310896"/>
                  <a:pt x="1865089" y="308610"/>
                </a:cubicBezTo>
                <a:lnTo>
                  <a:pt x="1865089" y="260889"/>
                </a:lnTo>
                <a:lnTo>
                  <a:pt x="1865280" y="260889"/>
                </a:lnTo>
                <a:lnTo>
                  <a:pt x="1865089" y="260604"/>
                </a:lnTo>
                <a:lnTo>
                  <a:pt x="1865089" y="260889"/>
                </a:lnTo>
                <a:lnTo>
                  <a:pt x="1828990" y="260889"/>
                </a:lnTo>
                <a:lnTo>
                  <a:pt x="1841848" y="227171"/>
                </a:lnTo>
                <a:lnTo>
                  <a:pt x="1903285" y="227171"/>
                </a:lnTo>
                <a:lnTo>
                  <a:pt x="1903285" y="334327"/>
                </a:lnTo>
                <a:cubicBezTo>
                  <a:pt x="1886711" y="341566"/>
                  <a:pt x="1866042" y="345186"/>
                  <a:pt x="1841087" y="345186"/>
                </a:cubicBezTo>
                <a:cubicBezTo>
                  <a:pt x="1768601" y="345186"/>
                  <a:pt x="1732406" y="309562"/>
                  <a:pt x="1732406" y="238410"/>
                </a:cubicBezTo>
                <a:cubicBezTo>
                  <a:pt x="1732406" y="170973"/>
                  <a:pt x="1769268" y="137350"/>
                  <a:pt x="1842896" y="137350"/>
                </a:cubicBezTo>
                <a:close/>
                <a:moveTo>
                  <a:pt x="1604962" y="137160"/>
                </a:moveTo>
                <a:cubicBezTo>
                  <a:pt x="1673637" y="137160"/>
                  <a:pt x="1706403" y="171831"/>
                  <a:pt x="1706403" y="241364"/>
                </a:cubicBezTo>
                <a:cubicBezTo>
                  <a:pt x="1706403" y="310896"/>
                  <a:pt x="1672589" y="344995"/>
                  <a:pt x="1604962" y="344995"/>
                </a:cubicBezTo>
                <a:cubicBezTo>
                  <a:pt x="1537334" y="344995"/>
                  <a:pt x="1504949" y="310420"/>
                  <a:pt x="1501901" y="241364"/>
                </a:cubicBezTo>
                <a:cubicBezTo>
                  <a:pt x="1501901" y="171926"/>
                  <a:pt x="1536287" y="137160"/>
                  <a:pt x="1604962" y="137160"/>
                </a:cubicBezTo>
                <a:close/>
                <a:moveTo>
                  <a:pt x="300038" y="131826"/>
                </a:moveTo>
                <a:cubicBezTo>
                  <a:pt x="314039" y="138398"/>
                  <a:pt x="312230" y="150781"/>
                  <a:pt x="312610" y="158115"/>
                </a:cubicBezTo>
                <a:cubicBezTo>
                  <a:pt x="312706" y="160211"/>
                  <a:pt x="312706" y="161639"/>
                  <a:pt x="312515" y="162592"/>
                </a:cubicBezTo>
                <a:cubicBezTo>
                  <a:pt x="310515" y="161544"/>
                  <a:pt x="307467" y="160782"/>
                  <a:pt x="302609" y="160973"/>
                </a:cubicBezTo>
                <a:cubicBezTo>
                  <a:pt x="301180" y="161068"/>
                  <a:pt x="299752" y="161258"/>
                  <a:pt x="298418" y="161449"/>
                </a:cubicBezTo>
                <a:cubicBezTo>
                  <a:pt x="293275" y="158687"/>
                  <a:pt x="290227" y="153258"/>
                  <a:pt x="287369" y="147447"/>
                </a:cubicBezTo>
                <a:lnTo>
                  <a:pt x="286702" y="146018"/>
                </a:lnTo>
                <a:lnTo>
                  <a:pt x="286321" y="145352"/>
                </a:lnTo>
                <a:lnTo>
                  <a:pt x="286321" y="145066"/>
                </a:lnTo>
                <a:cubicBezTo>
                  <a:pt x="284797" y="140113"/>
                  <a:pt x="285845" y="139160"/>
                  <a:pt x="286512" y="137636"/>
                </a:cubicBezTo>
                <a:lnTo>
                  <a:pt x="286512" y="137541"/>
                </a:lnTo>
                <a:cubicBezTo>
                  <a:pt x="287179" y="136017"/>
                  <a:pt x="289655" y="134779"/>
                  <a:pt x="285940" y="133445"/>
                </a:cubicBezTo>
                <a:cubicBezTo>
                  <a:pt x="285655" y="133350"/>
                  <a:pt x="285274" y="133160"/>
                  <a:pt x="284797" y="133160"/>
                </a:cubicBezTo>
                <a:cubicBezTo>
                  <a:pt x="287274" y="130112"/>
                  <a:pt x="294704" y="129350"/>
                  <a:pt x="300038" y="131826"/>
                </a:cubicBezTo>
                <a:close/>
                <a:moveTo>
                  <a:pt x="395764" y="0"/>
                </a:moveTo>
                <a:lnTo>
                  <a:pt x="419005" y="240030"/>
                </a:lnTo>
                <a:lnTo>
                  <a:pt x="431101" y="237744"/>
                </a:lnTo>
                <a:lnTo>
                  <a:pt x="431197" y="237649"/>
                </a:lnTo>
                <a:lnTo>
                  <a:pt x="450532" y="426720"/>
                </a:lnTo>
                <a:lnTo>
                  <a:pt x="212884" y="455295"/>
                </a:lnTo>
                <a:lnTo>
                  <a:pt x="207740" y="418433"/>
                </a:lnTo>
                <a:lnTo>
                  <a:pt x="193357" y="420529"/>
                </a:lnTo>
                <a:cubicBezTo>
                  <a:pt x="194596" y="441008"/>
                  <a:pt x="189738" y="460534"/>
                  <a:pt x="180689" y="469868"/>
                </a:cubicBezTo>
                <a:cubicBezTo>
                  <a:pt x="170116" y="480822"/>
                  <a:pt x="154686" y="483584"/>
                  <a:pt x="138398" y="481394"/>
                </a:cubicBezTo>
                <a:cubicBezTo>
                  <a:pt x="127444" y="479965"/>
                  <a:pt x="119253" y="472059"/>
                  <a:pt x="113252" y="462344"/>
                </a:cubicBezTo>
                <a:cubicBezTo>
                  <a:pt x="135826" y="478250"/>
                  <a:pt x="163735" y="470916"/>
                  <a:pt x="173260" y="457581"/>
                </a:cubicBezTo>
                <a:cubicBezTo>
                  <a:pt x="186690" y="438912"/>
                  <a:pt x="183166" y="421196"/>
                  <a:pt x="178213" y="404717"/>
                </a:cubicBezTo>
                <a:cubicBezTo>
                  <a:pt x="174307" y="391763"/>
                  <a:pt x="163735" y="370332"/>
                  <a:pt x="150590" y="362045"/>
                </a:cubicBezTo>
                <a:cubicBezTo>
                  <a:pt x="137255" y="353568"/>
                  <a:pt x="124206" y="351949"/>
                  <a:pt x="113157" y="353092"/>
                </a:cubicBezTo>
                <a:lnTo>
                  <a:pt x="114205" y="351949"/>
                </a:lnTo>
                <a:cubicBezTo>
                  <a:pt x="130112" y="348806"/>
                  <a:pt x="146685" y="350520"/>
                  <a:pt x="158687" y="358235"/>
                </a:cubicBezTo>
                <a:cubicBezTo>
                  <a:pt x="172307" y="366998"/>
                  <a:pt x="184785" y="382048"/>
                  <a:pt x="191262" y="405098"/>
                </a:cubicBezTo>
                <a:cubicBezTo>
                  <a:pt x="198691" y="404051"/>
                  <a:pt x="199739" y="403575"/>
                  <a:pt x="206502" y="402622"/>
                </a:cubicBezTo>
                <a:lnTo>
                  <a:pt x="191262" y="283940"/>
                </a:lnTo>
                <a:lnTo>
                  <a:pt x="223552" y="280416"/>
                </a:lnTo>
                <a:cubicBezTo>
                  <a:pt x="208407" y="270701"/>
                  <a:pt x="192786" y="256794"/>
                  <a:pt x="185928" y="249079"/>
                </a:cubicBezTo>
                <a:cubicBezTo>
                  <a:pt x="184785" y="248221"/>
                  <a:pt x="184975" y="244412"/>
                  <a:pt x="184975" y="244412"/>
                </a:cubicBezTo>
                <a:cubicBezTo>
                  <a:pt x="191167" y="249174"/>
                  <a:pt x="216789" y="267462"/>
                  <a:pt x="243840" y="275844"/>
                </a:cubicBezTo>
                <a:cubicBezTo>
                  <a:pt x="253365" y="278797"/>
                  <a:pt x="268033" y="279940"/>
                  <a:pt x="280797" y="272701"/>
                </a:cubicBezTo>
                <a:cubicBezTo>
                  <a:pt x="290513" y="267176"/>
                  <a:pt x="302228" y="257556"/>
                  <a:pt x="309181" y="247650"/>
                </a:cubicBezTo>
                <a:lnTo>
                  <a:pt x="310420" y="249841"/>
                </a:lnTo>
                <a:cubicBezTo>
                  <a:pt x="310420" y="251365"/>
                  <a:pt x="307181" y="258509"/>
                  <a:pt x="305562" y="261366"/>
                </a:cubicBezTo>
                <a:cubicBezTo>
                  <a:pt x="308515" y="263081"/>
                  <a:pt x="310705" y="263462"/>
                  <a:pt x="314039" y="264414"/>
                </a:cubicBezTo>
                <a:lnTo>
                  <a:pt x="336518" y="260890"/>
                </a:lnTo>
                <a:cubicBezTo>
                  <a:pt x="344519" y="247936"/>
                  <a:pt x="350330" y="226886"/>
                  <a:pt x="344138" y="206978"/>
                </a:cubicBezTo>
                <a:cubicBezTo>
                  <a:pt x="340614" y="195548"/>
                  <a:pt x="322326" y="172688"/>
                  <a:pt x="320992" y="171450"/>
                </a:cubicBezTo>
                <a:cubicBezTo>
                  <a:pt x="316325" y="167069"/>
                  <a:pt x="321755" y="150019"/>
                  <a:pt x="312610" y="131350"/>
                </a:cubicBezTo>
                <a:cubicBezTo>
                  <a:pt x="302990" y="111633"/>
                  <a:pt x="277939" y="91059"/>
                  <a:pt x="266986" y="82106"/>
                </a:cubicBezTo>
                <a:cubicBezTo>
                  <a:pt x="270224" y="84392"/>
                  <a:pt x="289941" y="92393"/>
                  <a:pt x="299180" y="103537"/>
                </a:cubicBezTo>
                <a:cubicBezTo>
                  <a:pt x="300038" y="102394"/>
                  <a:pt x="300418" y="96393"/>
                  <a:pt x="301180" y="94869"/>
                </a:cubicBezTo>
                <a:cubicBezTo>
                  <a:pt x="293275" y="84582"/>
                  <a:pt x="292608" y="66104"/>
                  <a:pt x="292608" y="61151"/>
                </a:cubicBezTo>
                <a:cubicBezTo>
                  <a:pt x="292608" y="52102"/>
                  <a:pt x="288036" y="41815"/>
                  <a:pt x="288036" y="41815"/>
                </a:cubicBezTo>
                <a:cubicBezTo>
                  <a:pt x="288036" y="41815"/>
                  <a:pt x="296037" y="48101"/>
                  <a:pt x="298037" y="58865"/>
                </a:cubicBezTo>
                <a:cubicBezTo>
                  <a:pt x="300418" y="71628"/>
                  <a:pt x="305562" y="81725"/>
                  <a:pt x="312420" y="90202"/>
                </a:cubicBezTo>
                <a:cubicBezTo>
                  <a:pt x="325374" y="106299"/>
                  <a:pt x="336994" y="114491"/>
                  <a:pt x="342900" y="108585"/>
                </a:cubicBezTo>
                <a:cubicBezTo>
                  <a:pt x="349948" y="101441"/>
                  <a:pt x="335851" y="69533"/>
                  <a:pt x="317659" y="51721"/>
                </a:cubicBezTo>
                <a:cubicBezTo>
                  <a:pt x="296513" y="30956"/>
                  <a:pt x="290893" y="33623"/>
                  <a:pt x="278511" y="38100"/>
                </a:cubicBezTo>
                <a:cubicBezTo>
                  <a:pt x="268605" y="41624"/>
                  <a:pt x="263271" y="69818"/>
                  <a:pt x="237458" y="69247"/>
                </a:cubicBezTo>
                <a:cubicBezTo>
                  <a:pt x="233077" y="68771"/>
                  <a:pt x="221742" y="68485"/>
                  <a:pt x="216217" y="68485"/>
                </a:cubicBezTo>
                <a:cubicBezTo>
                  <a:pt x="219170" y="64484"/>
                  <a:pt x="221647" y="61341"/>
                  <a:pt x="221647" y="61341"/>
                </a:cubicBezTo>
                <a:cubicBezTo>
                  <a:pt x="221647" y="61341"/>
                  <a:pt x="212979" y="64865"/>
                  <a:pt x="205645" y="69247"/>
                </a:cubicBezTo>
                <a:lnTo>
                  <a:pt x="205073" y="68390"/>
                </a:lnTo>
                <a:cubicBezTo>
                  <a:pt x="207550" y="63151"/>
                  <a:pt x="210217" y="59817"/>
                  <a:pt x="210217" y="59817"/>
                </a:cubicBezTo>
                <a:cubicBezTo>
                  <a:pt x="210217" y="59817"/>
                  <a:pt x="203263" y="64008"/>
                  <a:pt x="196977" y="68961"/>
                </a:cubicBezTo>
                <a:cubicBezTo>
                  <a:pt x="198120" y="62770"/>
                  <a:pt x="202501" y="58769"/>
                  <a:pt x="202501" y="58769"/>
                </a:cubicBezTo>
                <a:cubicBezTo>
                  <a:pt x="202501" y="58769"/>
                  <a:pt x="193738" y="60293"/>
                  <a:pt x="182594" y="72581"/>
                </a:cubicBezTo>
                <a:cubicBezTo>
                  <a:pt x="169926" y="76010"/>
                  <a:pt x="166878" y="78296"/>
                  <a:pt x="156781" y="82772"/>
                </a:cubicBezTo>
                <a:cubicBezTo>
                  <a:pt x="140398" y="79153"/>
                  <a:pt x="132588" y="73438"/>
                  <a:pt x="125254" y="62770"/>
                </a:cubicBezTo>
                <a:cubicBezTo>
                  <a:pt x="119634" y="54674"/>
                  <a:pt x="109633" y="53435"/>
                  <a:pt x="99441" y="57626"/>
                </a:cubicBezTo>
                <a:cubicBezTo>
                  <a:pt x="84582" y="63722"/>
                  <a:pt x="65722" y="72200"/>
                  <a:pt x="65722" y="72200"/>
                </a:cubicBezTo>
                <a:cubicBezTo>
                  <a:pt x="65722" y="72200"/>
                  <a:pt x="71914" y="71914"/>
                  <a:pt x="78296" y="72200"/>
                </a:cubicBezTo>
                <a:cubicBezTo>
                  <a:pt x="69628" y="75533"/>
                  <a:pt x="61150" y="80105"/>
                  <a:pt x="61150" y="80105"/>
                </a:cubicBezTo>
                <a:cubicBezTo>
                  <a:pt x="61150" y="80105"/>
                  <a:pt x="65246" y="80105"/>
                  <a:pt x="70294" y="80105"/>
                </a:cubicBezTo>
                <a:cubicBezTo>
                  <a:pt x="66770" y="82963"/>
                  <a:pt x="64865" y="84392"/>
                  <a:pt x="61531" y="86583"/>
                </a:cubicBezTo>
                <a:cubicBezTo>
                  <a:pt x="53530" y="92393"/>
                  <a:pt x="47054" y="99155"/>
                  <a:pt x="47054" y="99155"/>
                </a:cubicBezTo>
                <a:cubicBezTo>
                  <a:pt x="47054" y="99155"/>
                  <a:pt x="52483" y="96679"/>
                  <a:pt x="57340" y="95250"/>
                </a:cubicBezTo>
                <a:cubicBezTo>
                  <a:pt x="53912" y="103061"/>
                  <a:pt x="47149" y="108776"/>
                  <a:pt x="48387" y="118396"/>
                </a:cubicBezTo>
                <a:cubicBezTo>
                  <a:pt x="49625" y="127159"/>
                  <a:pt x="60293" y="145161"/>
                  <a:pt x="74200" y="156210"/>
                </a:cubicBezTo>
                <a:cubicBezTo>
                  <a:pt x="75343" y="157258"/>
                  <a:pt x="94297" y="174689"/>
                  <a:pt x="108585" y="167545"/>
                </a:cubicBezTo>
                <a:cubicBezTo>
                  <a:pt x="122872" y="160306"/>
                  <a:pt x="128492" y="153924"/>
                  <a:pt x="130873" y="144113"/>
                </a:cubicBezTo>
                <a:cubicBezTo>
                  <a:pt x="133636" y="132779"/>
                  <a:pt x="132112" y="124301"/>
                  <a:pt x="126206" y="99822"/>
                </a:cubicBezTo>
                <a:cubicBezTo>
                  <a:pt x="124301" y="91726"/>
                  <a:pt x="119253" y="75057"/>
                  <a:pt x="116776" y="67151"/>
                </a:cubicBezTo>
                <a:lnTo>
                  <a:pt x="117348" y="66770"/>
                </a:lnTo>
                <a:cubicBezTo>
                  <a:pt x="122015" y="76581"/>
                  <a:pt x="133921" y="102584"/>
                  <a:pt x="138779" y="120015"/>
                </a:cubicBezTo>
                <a:cubicBezTo>
                  <a:pt x="146304" y="147257"/>
                  <a:pt x="143923" y="161068"/>
                  <a:pt x="140494" y="166116"/>
                </a:cubicBezTo>
                <a:cubicBezTo>
                  <a:pt x="130112" y="181451"/>
                  <a:pt x="103537" y="183452"/>
                  <a:pt x="91440" y="174975"/>
                </a:cubicBezTo>
                <a:cubicBezTo>
                  <a:pt x="89535" y="204216"/>
                  <a:pt x="96107" y="217170"/>
                  <a:pt x="98298" y="223647"/>
                </a:cubicBezTo>
                <a:cubicBezTo>
                  <a:pt x="97155" y="231077"/>
                  <a:pt x="102013" y="244983"/>
                  <a:pt x="102013" y="244983"/>
                </a:cubicBezTo>
                <a:cubicBezTo>
                  <a:pt x="102013" y="244983"/>
                  <a:pt x="102584" y="238696"/>
                  <a:pt x="104775" y="235363"/>
                </a:cubicBezTo>
                <a:cubicBezTo>
                  <a:pt x="105346" y="242792"/>
                  <a:pt x="109061" y="251555"/>
                  <a:pt x="109061" y="251555"/>
                </a:cubicBezTo>
                <a:cubicBezTo>
                  <a:pt x="109061" y="251555"/>
                  <a:pt x="108775" y="246126"/>
                  <a:pt x="110490" y="241459"/>
                </a:cubicBezTo>
                <a:cubicBezTo>
                  <a:pt x="112871" y="245554"/>
                  <a:pt x="114586" y="246507"/>
                  <a:pt x="116872" y="249555"/>
                </a:cubicBezTo>
                <a:cubicBezTo>
                  <a:pt x="119063" y="257461"/>
                  <a:pt x="123634" y="263271"/>
                  <a:pt x="123634" y="263271"/>
                </a:cubicBezTo>
                <a:cubicBezTo>
                  <a:pt x="123634" y="263271"/>
                  <a:pt x="122872" y="258985"/>
                  <a:pt x="123254" y="254603"/>
                </a:cubicBezTo>
                <a:cubicBezTo>
                  <a:pt x="134302" y="265176"/>
                  <a:pt x="136207" y="280797"/>
                  <a:pt x="137350" y="292703"/>
                </a:cubicBezTo>
                <a:cubicBezTo>
                  <a:pt x="140494" y="325565"/>
                  <a:pt x="85630" y="351663"/>
                  <a:pt x="74962" y="372237"/>
                </a:cubicBezTo>
                <a:cubicBezTo>
                  <a:pt x="66865" y="384429"/>
                  <a:pt x="62103" y="403670"/>
                  <a:pt x="75724" y="415004"/>
                </a:cubicBezTo>
                <a:cubicBezTo>
                  <a:pt x="85630" y="423101"/>
                  <a:pt x="91345" y="429483"/>
                  <a:pt x="95059" y="434816"/>
                </a:cubicBezTo>
                <a:lnTo>
                  <a:pt x="48768" y="441579"/>
                </a:lnTo>
                <a:lnTo>
                  <a:pt x="0" y="45911"/>
                </a:lnTo>
                <a:close/>
              </a:path>
            </a:pathLst>
          </a:custGeom>
          <a:solidFill>
            <a:srgbClr val="632C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3" r:id="rId10"/>
    <p:sldLayoutId id="2147483670" r:id="rId11"/>
    <p:sldLayoutId id="2147483673" r:id="rId12"/>
    <p:sldLayoutId id="2147483675" r:id="rId13"/>
    <p:sldLayoutId id="2147483676" r:id="rId14"/>
    <p:sldLayoutId id="2147483677" r:id="rId15"/>
    <p:sldLayoutId id="2147483680" r:id="rId16"/>
    <p:sldLayoutId id="2147483681" r:id="rId17"/>
    <p:sldLayoutId id="2147483682" r:id="rId18"/>
    <p:sldLayoutId id="2147483683" r:id="rId19"/>
    <p:sldLayoutId id="2147483684" r:id="rId20"/>
    <p:sldLayoutId id="2147483685" r:id="rId21"/>
    <p:sldLayoutId id="2147483686" r:id="rId22"/>
    <p:sldLayoutId id="2147483687" r:id="rId23"/>
    <p:sldLayoutId id="2147483688" r:id="rId2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38">
          <p15:clr>
            <a:srgbClr val="F26B43"/>
          </p15:clr>
        </p15:guide>
        <p15:guide id="2" pos="896">
          <p15:clr>
            <a:srgbClr val="F26B43"/>
          </p15:clr>
        </p15:guide>
        <p15:guide id="3" pos="1473">
          <p15:clr>
            <a:srgbClr val="F26B43"/>
          </p15:clr>
        </p15:guide>
        <p15:guide id="4" pos="1014">
          <p15:clr>
            <a:srgbClr val="F26B43"/>
          </p15:clr>
        </p15:guide>
        <p15:guide id="5" pos="2052">
          <p15:clr>
            <a:srgbClr val="F26B43"/>
          </p15:clr>
        </p15:guide>
        <p15:guide id="6" pos="2168">
          <p15:clr>
            <a:srgbClr val="F26B43"/>
          </p15:clr>
        </p15:guide>
        <p15:guide id="7" pos="2627">
          <p15:clr>
            <a:srgbClr val="F26B43"/>
          </p15:clr>
        </p15:guide>
        <p15:guide id="8" pos="2746">
          <p15:clr>
            <a:srgbClr val="F26B43"/>
          </p15:clr>
        </p15:guide>
        <p15:guide id="9" pos="3201">
          <p15:clr>
            <a:srgbClr val="F26B43"/>
          </p15:clr>
        </p15:guide>
        <p15:guide id="10" pos="3318">
          <p15:clr>
            <a:srgbClr val="F26B43"/>
          </p15:clr>
        </p15:guide>
        <p15:guide id="11" pos="3777">
          <p15:clr>
            <a:srgbClr val="F26B43"/>
          </p15:clr>
        </p15:guide>
        <p15:guide id="12" pos="4352">
          <p15:clr>
            <a:srgbClr val="F26B43"/>
          </p15:clr>
        </p15:guide>
        <p15:guide id="13" pos="4476">
          <p15:clr>
            <a:srgbClr val="F26B43"/>
          </p15:clr>
        </p15:guide>
        <p15:guide id="14" pos="5050">
          <p15:clr>
            <a:srgbClr val="F26B43"/>
          </p15:clr>
        </p15:guide>
        <p15:guide id="15" pos="4929">
          <p15:clr>
            <a:srgbClr val="F26B43"/>
          </p15:clr>
        </p15:guide>
        <p15:guide id="16" pos="5510">
          <p15:clr>
            <a:srgbClr val="F26B43"/>
          </p15:clr>
        </p15:guide>
        <p15:guide id="17" pos="6084">
          <p15:clr>
            <a:srgbClr val="F26B43"/>
          </p15:clr>
        </p15:guide>
        <p15:guide id="18" pos="5630">
          <p15:clr>
            <a:srgbClr val="F26B43"/>
          </p15:clr>
        </p15:guide>
        <p15:guide id="19" pos="6204">
          <p15:clr>
            <a:srgbClr val="F26B43"/>
          </p15:clr>
        </p15:guide>
        <p15:guide id="20" pos="6784">
          <p15:clr>
            <a:srgbClr val="F26B43"/>
          </p15:clr>
        </p15:guide>
        <p15:guide id="21" pos="6660">
          <p15:clr>
            <a:srgbClr val="F26B43"/>
          </p15:clr>
        </p15:guide>
        <p15:guide id="22" pos="7237">
          <p15:clr>
            <a:srgbClr val="F26B43"/>
          </p15:clr>
        </p15:guide>
        <p15:guide id="23" orient="horz" pos="899">
          <p15:clr>
            <a:srgbClr val="F26B43"/>
          </p15:clr>
        </p15:guide>
        <p15:guide id="24" orient="horz" pos="1435">
          <p15:clr>
            <a:srgbClr val="F26B43"/>
          </p15:clr>
        </p15:guide>
        <p15:guide id="25" orient="horz" pos="1559">
          <p15:clr>
            <a:srgbClr val="F26B43"/>
          </p15:clr>
        </p15:guide>
        <p15:guide id="26" orient="horz" pos="2088">
          <p15:clr>
            <a:srgbClr val="F26B43"/>
          </p15:clr>
        </p15:guide>
        <p15:guide id="27" orient="horz" pos="2220">
          <p15:clr>
            <a:srgbClr val="F26B43"/>
          </p15:clr>
        </p15:guide>
        <p15:guide id="28" orient="horz" pos="2875">
          <p15:clr>
            <a:srgbClr val="F26B43"/>
          </p15:clr>
        </p15:guide>
        <p15:guide id="29" orient="horz" pos="3416">
          <p15:clr>
            <a:srgbClr val="F26B43"/>
          </p15:clr>
        </p15:guide>
        <p15:guide id="30" orient="horz" pos="3535">
          <p15:clr>
            <a:srgbClr val="F26B43"/>
          </p15:clr>
        </p15:guide>
        <p15:guide id="31" pos="3899">
          <p15:clr>
            <a:srgbClr val="FBAE40"/>
          </p15:clr>
        </p15:guide>
        <p15:guide id="32" orient="horz" pos="2160">
          <p15:clr>
            <a:srgbClr val="FBAE40"/>
          </p15:clr>
        </p15:guide>
        <p15:guide id="33" orient="horz" pos="3954">
          <p15:clr>
            <a:srgbClr val="A4A3A4"/>
          </p15:clr>
        </p15:guide>
        <p15:guide id="34" pos="1592">
          <p15:clr>
            <a:srgbClr val="F26B43"/>
          </p15:clr>
        </p15:guide>
        <p15:guide id="35" orient="horz" pos="4082">
          <p15:clr>
            <a:srgbClr val="F26B43"/>
          </p15:clr>
        </p15:guide>
        <p15:guide id="36" orient="horz" pos="2761">
          <p15:clr>
            <a:srgbClr val="F26B43"/>
          </p15:clr>
        </p15:guide>
        <p15:guide id="37" orient="horz" pos="240">
          <p15:clr>
            <a:srgbClr val="F26B43"/>
          </p15:clr>
        </p15:guide>
        <p15:guide id="38" orient="horz" pos="7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emo.datadoghq.com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emo.datadoghq.com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emo.datadoghq.com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doghq.com/customers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3"/>
          <p:cNvSpPr txBox="1">
            <a:spLocks noGrp="1"/>
          </p:cNvSpPr>
          <p:nvPr>
            <p:ph type="subTitle" idx="1"/>
          </p:nvPr>
        </p:nvSpPr>
        <p:spPr>
          <a:xfrm>
            <a:off x="703200" y="3196136"/>
            <a:ext cx="10785600" cy="95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/>
              <a:t>[Name of the Account Executive]</a:t>
            </a:r>
          </a:p>
          <a:p>
            <a:pPr marL="0" lvl="0" indent="0"/>
            <a:r>
              <a:rPr lang="en-US" dirty="0"/>
              <a:t>[Name of the Sales Engineer in most cases would by Jek Bao Choo]</a:t>
            </a:r>
          </a:p>
          <a:p>
            <a:pPr marL="0" lvl="0" indent="0"/>
            <a:endParaRPr lang="en-US" dirty="0"/>
          </a:p>
          <a:p>
            <a:pPr marL="0" lvl="0" indent="0"/>
            <a:r>
              <a:rPr lang="en-US" dirty="0"/>
              <a:t>[Today’s Date]</a:t>
            </a:r>
          </a:p>
        </p:txBody>
      </p:sp>
      <p:sp>
        <p:nvSpPr>
          <p:cNvPr id="247" name="Google Shape;247;p43"/>
          <p:cNvSpPr txBox="1">
            <a:spLocks noGrp="1"/>
          </p:cNvSpPr>
          <p:nvPr>
            <p:ph type="title"/>
          </p:nvPr>
        </p:nvSpPr>
        <p:spPr>
          <a:xfrm>
            <a:off x="703250" y="601047"/>
            <a:ext cx="10785600" cy="82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[Customer/Prospect’s Name] &amp; Datadog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6"/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3474900" cy="8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Agenda</a:t>
            </a:r>
            <a:endParaRPr sz="36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" name="Google Shape;311;p46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grpSp>
        <p:nvGrpSpPr>
          <p:cNvPr id="312" name="Google Shape;312;p46"/>
          <p:cNvGrpSpPr/>
          <p:nvPr/>
        </p:nvGrpSpPr>
        <p:grpSpPr>
          <a:xfrm>
            <a:off x="4351336" y="375956"/>
            <a:ext cx="7145451" cy="475436"/>
            <a:chOff x="4351336" y="394810"/>
            <a:chExt cx="7145451" cy="475436"/>
          </a:xfrm>
        </p:grpSpPr>
        <p:sp>
          <p:nvSpPr>
            <p:cNvPr id="313" name="Google Shape;313;p46"/>
            <p:cNvSpPr txBox="1"/>
            <p:nvPr/>
          </p:nvSpPr>
          <p:spPr>
            <a:xfrm>
              <a:off x="4351336" y="455864"/>
              <a:ext cx="730200" cy="40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3200"/>
                <a:buFont typeface="Arial"/>
                <a:buNone/>
              </a:pPr>
              <a:r>
                <a:rPr lang="en-US" sz="3200" b="1" i="0" u="none" strike="noStrike" cap="none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46"/>
            <p:cNvSpPr txBox="1"/>
            <p:nvPr/>
          </p:nvSpPr>
          <p:spPr>
            <a:xfrm>
              <a:off x="5081587" y="463446"/>
              <a:ext cx="6415200" cy="40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[Name of customer]: </a:t>
              </a:r>
              <a:r>
                <a:rPr lang="en-US" sz="1600" b="0" i="0" u="none" strike="noStrike" cap="none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[customer’s top three </a:t>
              </a:r>
              <a:r>
                <a:rPr lang="en-US" sz="16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c</a:t>
              </a:r>
              <a:r>
                <a:rPr lang="en-US" sz="1600" b="0" i="0" u="none" strike="noStrike" cap="none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hallenges / problems]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5" name="Google Shape;315;p46"/>
            <p:cNvCxnSpPr/>
            <p:nvPr/>
          </p:nvCxnSpPr>
          <p:spPr>
            <a:xfrm>
              <a:off x="4351336" y="394810"/>
              <a:ext cx="7137300" cy="10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320" name="Google Shape;320;p46"/>
          <p:cNvGrpSpPr/>
          <p:nvPr/>
        </p:nvGrpSpPr>
        <p:grpSpPr>
          <a:xfrm>
            <a:off x="4351336" y="5032832"/>
            <a:ext cx="7145451" cy="475436"/>
            <a:chOff x="4351336" y="394810"/>
            <a:chExt cx="7145451" cy="475436"/>
          </a:xfrm>
        </p:grpSpPr>
        <p:sp>
          <p:nvSpPr>
            <p:cNvPr id="321" name="Google Shape;321;p46"/>
            <p:cNvSpPr txBox="1"/>
            <p:nvPr/>
          </p:nvSpPr>
          <p:spPr>
            <a:xfrm>
              <a:off x="4351336" y="455864"/>
              <a:ext cx="730200" cy="40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3200"/>
                <a:buFont typeface="Arial"/>
                <a:buNone/>
              </a:pPr>
              <a:r>
                <a:rPr lang="en-US" sz="3200" b="1" i="0" u="none" strike="noStrike" cap="none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07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46"/>
            <p:cNvSpPr txBox="1"/>
            <p:nvPr/>
          </p:nvSpPr>
          <p:spPr>
            <a:xfrm>
              <a:off x="5081587" y="463446"/>
              <a:ext cx="6415200" cy="40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Relatable customer success &amp; next steps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3" name="Google Shape;323;p46"/>
            <p:cNvCxnSpPr/>
            <p:nvPr/>
          </p:nvCxnSpPr>
          <p:spPr>
            <a:xfrm>
              <a:off x="4351336" y="394810"/>
              <a:ext cx="7137300" cy="10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324" name="Google Shape;324;p46"/>
          <p:cNvGrpSpPr/>
          <p:nvPr/>
        </p:nvGrpSpPr>
        <p:grpSpPr>
          <a:xfrm>
            <a:off x="4351336" y="4256686"/>
            <a:ext cx="7145451" cy="475436"/>
            <a:chOff x="4351336" y="394810"/>
            <a:chExt cx="7145451" cy="475436"/>
          </a:xfrm>
        </p:grpSpPr>
        <p:sp>
          <p:nvSpPr>
            <p:cNvPr id="325" name="Google Shape;325;p46"/>
            <p:cNvSpPr txBox="1"/>
            <p:nvPr/>
          </p:nvSpPr>
          <p:spPr>
            <a:xfrm>
              <a:off x="4351336" y="455864"/>
              <a:ext cx="730200" cy="40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3200"/>
                <a:buFont typeface="Arial"/>
                <a:buNone/>
              </a:pPr>
              <a:r>
                <a:rPr lang="en-US" sz="3200" b="1" i="0" u="none" strike="noStrike" cap="none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46"/>
            <p:cNvSpPr txBox="1"/>
            <p:nvPr/>
          </p:nvSpPr>
          <p:spPr>
            <a:xfrm>
              <a:off x="5081587" y="463446"/>
              <a:ext cx="6415200" cy="40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Recap &amp; Takeaways: Business Values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7" name="Google Shape;327;p46"/>
            <p:cNvCxnSpPr/>
            <p:nvPr/>
          </p:nvCxnSpPr>
          <p:spPr>
            <a:xfrm>
              <a:off x="4351336" y="394810"/>
              <a:ext cx="7137300" cy="10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328" name="Google Shape;328;p46"/>
          <p:cNvGrpSpPr/>
          <p:nvPr/>
        </p:nvGrpSpPr>
        <p:grpSpPr>
          <a:xfrm>
            <a:off x="4351336" y="3480540"/>
            <a:ext cx="7145451" cy="475436"/>
            <a:chOff x="4351336" y="394810"/>
            <a:chExt cx="7145451" cy="475436"/>
          </a:xfrm>
        </p:grpSpPr>
        <p:sp>
          <p:nvSpPr>
            <p:cNvPr id="329" name="Google Shape;329;p46"/>
            <p:cNvSpPr txBox="1"/>
            <p:nvPr/>
          </p:nvSpPr>
          <p:spPr>
            <a:xfrm>
              <a:off x="4351336" y="455864"/>
              <a:ext cx="730200" cy="40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3200"/>
                <a:buFont typeface="Arial"/>
                <a:buNone/>
              </a:pPr>
              <a:r>
                <a:rPr lang="en-US" sz="3200" b="1" i="0" u="none" strike="noStrike" cap="none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46"/>
            <p:cNvSpPr txBox="1"/>
            <p:nvPr/>
          </p:nvSpPr>
          <p:spPr>
            <a:xfrm>
              <a:off x="5081587" y="463446"/>
              <a:ext cx="6415200" cy="40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lvl="0">
                <a:buClr>
                  <a:schemeClr val="dk1"/>
                </a:buClr>
                <a:buSzPts val="1600"/>
              </a:pPr>
              <a:r>
                <a:rPr lang="en-US" sz="16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Use Case 3: [Name of use case 3]</a:t>
              </a:r>
              <a:endParaRPr lang="en-US" sz="1600" dirty="0"/>
            </a:p>
          </p:txBody>
        </p:sp>
        <p:cxnSp>
          <p:nvCxnSpPr>
            <p:cNvPr id="331" name="Google Shape;331;p46"/>
            <p:cNvCxnSpPr/>
            <p:nvPr/>
          </p:nvCxnSpPr>
          <p:spPr>
            <a:xfrm>
              <a:off x="4351336" y="394810"/>
              <a:ext cx="7137300" cy="10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332" name="Google Shape;332;p46"/>
          <p:cNvGrpSpPr/>
          <p:nvPr/>
        </p:nvGrpSpPr>
        <p:grpSpPr>
          <a:xfrm>
            <a:off x="4351336" y="2704394"/>
            <a:ext cx="7145451" cy="475436"/>
            <a:chOff x="4351336" y="394810"/>
            <a:chExt cx="7145451" cy="475436"/>
          </a:xfrm>
        </p:grpSpPr>
        <p:sp>
          <p:nvSpPr>
            <p:cNvPr id="333" name="Google Shape;333;p46"/>
            <p:cNvSpPr txBox="1"/>
            <p:nvPr/>
          </p:nvSpPr>
          <p:spPr>
            <a:xfrm>
              <a:off x="4351336" y="455864"/>
              <a:ext cx="730200" cy="40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3200"/>
                <a:buFont typeface="Arial"/>
                <a:buNone/>
              </a:pPr>
              <a:r>
                <a:rPr lang="en-US" sz="3200" b="1" i="0" u="none" strike="noStrike" cap="none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46"/>
            <p:cNvSpPr txBox="1"/>
            <p:nvPr/>
          </p:nvSpPr>
          <p:spPr>
            <a:xfrm>
              <a:off x="5081587" y="463446"/>
              <a:ext cx="6415200" cy="40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lvl="0">
                <a:buClr>
                  <a:schemeClr val="dk1"/>
                </a:buClr>
                <a:buSzPts val="1600"/>
              </a:pPr>
              <a:r>
                <a:rPr lang="en-US" sz="16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Use Case 2: [Name of use case 2]</a:t>
              </a:r>
              <a:endParaRPr lang="en-US" dirty="0"/>
            </a:p>
          </p:txBody>
        </p:sp>
        <p:cxnSp>
          <p:nvCxnSpPr>
            <p:cNvPr id="335" name="Google Shape;335;p46"/>
            <p:cNvCxnSpPr/>
            <p:nvPr/>
          </p:nvCxnSpPr>
          <p:spPr>
            <a:xfrm>
              <a:off x="4351336" y="394810"/>
              <a:ext cx="7137300" cy="10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336" name="Google Shape;336;p46"/>
          <p:cNvGrpSpPr/>
          <p:nvPr/>
        </p:nvGrpSpPr>
        <p:grpSpPr>
          <a:xfrm>
            <a:off x="4351336" y="1928248"/>
            <a:ext cx="7145451" cy="475436"/>
            <a:chOff x="4351336" y="394810"/>
            <a:chExt cx="7145451" cy="475436"/>
          </a:xfrm>
        </p:grpSpPr>
        <p:sp>
          <p:nvSpPr>
            <p:cNvPr id="337" name="Google Shape;337;p46"/>
            <p:cNvSpPr txBox="1"/>
            <p:nvPr/>
          </p:nvSpPr>
          <p:spPr>
            <a:xfrm>
              <a:off x="4351336" y="455864"/>
              <a:ext cx="730200" cy="40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3200"/>
                <a:buFont typeface="Arial"/>
                <a:buNone/>
              </a:pPr>
              <a:r>
                <a:rPr lang="en-US" sz="3200" b="1" i="0" u="none" strike="noStrike" cap="none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46"/>
            <p:cNvSpPr txBox="1"/>
            <p:nvPr/>
          </p:nvSpPr>
          <p:spPr>
            <a:xfrm>
              <a:off x="5081587" y="463446"/>
              <a:ext cx="6415200" cy="40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Use Case 1: [Name of use case 1]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9" name="Google Shape;339;p46"/>
            <p:cNvCxnSpPr/>
            <p:nvPr/>
          </p:nvCxnSpPr>
          <p:spPr>
            <a:xfrm>
              <a:off x="4351336" y="394810"/>
              <a:ext cx="7137300" cy="10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340" name="Google Shape;340;p46"/>
          <p:cNvGrpSpPr/>
          <p:nvPr/>
        </p:nvGrpSpPr>
        <p:grpSpPr>
          <a:xfrm>
            <a:off x="4351336" y="1152102"/>
            <a:ext cx="7145451" cy="475436"/>
            <a:chOff x="4351336" y="394810"/>
            <a:chExt cx="7145451" cy="475436"/>
          </a:xfrm>
        </p:grpSpPr>
        <p:sp>
          <p:nvSpPr>
            <p:cNvPr id="341" name="Google Shape;341;p46"/>
            <p:cNvSpPr txBox="1"/>
            <p:nvPr/>
          </p:nvSpPr>
          <p:spPr>
            <a:xfrm>
              <a:off x="4351336" y="455864"/>
              <a:ext cx="730200" cy="40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3200"/>
                <a:buFont typeface="Arial"/>
                <a:buNone/>
              </a:pPr>
              <a:r>
                <a:rPr lang="en-US" sz="3200" b="1" i="0" u="none" strike="noStrike" cap="none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46"/>
            <p:cNvSpPr txBox="1"/>
            <p:nvPr/>
          </p:nvSpPr>
          <p:spPr>
            <a:xfrm>
              <a:off x="5081587" y="463446"/>
              <a:ext cx="6415200" cy="40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Datadog’s [proposed top three use cases to address the problems]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3" name="Google Shape;343;p46"/>
            <p:cNvCxnSpPr/>
            <p:nvPr/>
          </p:nvCxnSpPr>
          <p:spPr>
            <a:xfrm>
              <a:off x="4351336" y="394810"/>
              <a:ext cx="7137300" cy="10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">
          <a:extLst>
            <a:ext uri="{FF2B5EF4-FFF2-40B4-BE49-F238E27FC236}">
              <a16:creationId xmlns:a16="http://schemas.microsoft.com/office/drawing/2014/main" id="{8D9831A8-284B-8ED5-2462-74FC94962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85">
            <a:extLst>
              <a:ext uri="{FF2B5EF4-FFF2-40B4-BE49-F238E27FC236}">
                <a16:creationId xmlns:a16="http://schemas.microsoft.com/office/drawing/2014/main" id="{C67C8B08-5C93-B253-DFA3-5CFBE556716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3274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958" name="Google Shape;958;p85">
            <a:extLst>
              <a:ext uri="{FF2B5EF4-FFF2-40B4-BE49-F238E27FC236}">
                <a16:creationId xmlns:a16="http://schemas.microsoft.com/office/drawing/2014/main" id="{60BC0FA8-9D63-51BD-668F-5E59F6492D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6744" y="357808"/>
            <a:ext cx="10792200" cy="8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dirty="0"/>
              <a:t>[Top three challenges]</a:t>
            </a:r>
            <a:endParaRPr dirty="0"/>
          </a:p>
        </p:txBody>
      </p:sp>
      <p:sp>
        <p:nvSpPr>
          <p:cNvPr id="959" name="Google Shape;959;p85">
            <a:extLst>
              <a:ext uri="{FF2B5EF4-FFF2-40B4-BE49-F238E27FC236}">
                <a16:creationId xmlns:a16="http://schemas.microsoft.com/office/drawing/2014/main" id="{4CD52AE7-4231-627B-3FD8-B36A849D3EF0}"/>
              </a:ext>
            </a:extLst>
          </p:cNvPr>
          <p:cNvSpPr/>
          <p:nvPr/>
        </p:nvSpPr>
        <p:spPr>
          <a:xfrm rot="-5400000" flipH="1">
            <a:off x="5373407" y="-3229216"/>
            <a:ext cx="1463100" cy="10791600"/>
          </a:xfrm>
          <a:prstGeom prst="roundRect">
            <a:avLst>
              <a:gd name="adj" fmla="val 3414"/>
            </a:avLst>
          </a:prstGeom>
          <a:solidFill>
            <a:srgbClr val="FFFFFF"/>
          </a:solidFill>
          <a:ln>
            <a:noFill/>
          </a:ln>
          <a:effectLst>
            <a:outerShdw blurRad="101600" dist="50800" dir="5400000" algn="ctr" rotWithShape="0">
              <a:srgbClr val="000000">
                <a:alpha val="1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1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0" name="Google Shape;960;p85">
            <a:extLst>
              <a:ext uri="{FF2B5EF4-FFF2-40B4-BE49-F238E27FC236}">
                <a16:creationId xmlns:a16="http://schemas.microsoft.com/office/drawing/2014/main" id="{722E1DB0-84C4-79A0-5A56-1AA6B250DC82}"/>
              </a:ext>
            </a:extLst>
          </p:cNvPr>
          <p:cNvSpPr/>
          <p:nvPr/>
        </p:nvSpPr>
        <p:spPr>
          <a:xfrm rot="-5400000">
            <a:off x="23358" y="2120834"/>
            <a:ext cx="1463100" cy="91500"/>
          </a:xfrm>
          <a:prstGeom prst="rect">
            <a:avLst/>
          </a:prstGeom>
          <a:gradFill>
            <a:gsLst>
              <a:gs pos="0">
                <a:srgbClr val="5C00EF"/>
              </a:gs>
              <a:gs pos="30000">
                <a:srgbClr val="5C00EF"/>
              </a:gs>
              <a:gs pos="90000">
                <a:srgbClr val="9C43FE"/>
              </a:gs>
              <a:gs pos="100000">
                <a:srgbClr val="9C43FE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85">
            <a:extLst>
              <a:ext uri="{FF2B5EF4-FFF2-40B4-BE49-F238E27FC236}">
                <a16:creationId xmlns:a16="http://schemas.microsoft.com/office/drawing/2014/main" id="{2C466555-B3EF-393B-5834-7EB1B1C12AA1}"/>
              </a:ext>
            </a:extLst>
          </p:cNvPr>
          <p:cNvSpPr/>
          <p:nvPr/>
        </p:nvSpPr>
        <p:spPr>
          <a:xfrm rot="-5400000" flipH="1">
            <a:off x="5373407" y="-1539765"/>
            <a:ext cx="1463100" cy="10791600"/>
          </a:xfrm>
          <a:prstGeom prst="roundRect">
            <a:avLst>
              <a:gd name="adj" fmla="val 3414"/>
            </a:avLst>
          </a:prstGeom>
          <a:solidFill>
            <a:srgbClr val="FFFFFF"/>
          </a:solidFill>
          <a:ln>
            <a:noFill/>
          </a:ln>
          <a:effectLst>
            <a:outerShdw blurRad="101600" dist="50800" dir="5400000" algn="ctr" rotWithShape="0">
              <a:srgbClr val="000000">
                <a:alpha val="1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1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2" name="Google Shape;962;p85">
            <a:extLst>
              <a:ext uri="{FF2B5EF4-FFF2-40B4-BE49-F238E27FC236}">
                <a16:creationId xmlns:a16="http://schemas.microsoft.com/office/drawing/2014/main" id="{52260F8A-F0D5-AE8B-61CA-DE7DDA8DEA21}"/>
              </a:ext>
            </a:extLst>
          </p:cNvPr>
          <p:cNvSpPr/>
          <p:nvPr/>
        </p:nvSpPr>
        <p:spPr>
          <a:xfrm rot="-5400000">
            <a:off x="23358" y="3810285"/>
            <a:ext cx="1463100" cy="91500"/>
          </a:xfrm>
          <a:prstGeom prst="rect">
            <a:avLst/>
          </a:prstGeom>
          <a:gradFill>
            <a:gsLst>
              <a:gs pos="0">
                <a:schemeClr val="accent2"/>
              </a:gs>
              <a:gs pos="30000">
                <a:schemeClr val="accent2"/>
              </a:gs>
              <a:gs pos="90000">
                <a:schemeClr val="accent4"/>
              </a:gs>
              <a:gs pos="100000">
                <a:schemeClr val="accent4"/>
              </a:gs>
            </a:gsLst>
            <a:lin ang="2700006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3" name="Google Shape;963;p85">
            <a:extLst>
              <a:ext uri="{FF2B5EF4-FFF2-40B4-BE49-F238E27FC236}">
                <a16:creationId xmlns:a16="http://schemas.microsoft.com/office/drawing/2014/main" id="{D4FCF2A7-F324-1A3B-CC5A-026715EAD0E0}"/>
              </a:ext>
            </a:extLst>
          </p:cNvPr>
          <p:cNvSpPr/>
          <p:nvPr/>
        </p:nvSpPr>
        <p:spPr>
          <a:xfrm rot="-5400000" flipH="1">
            <a:off x="5373407" y="149686"/>
            <a:ext cx="1463100" cy="10791600"/>
          </a:xfrm>
          <a:prstGeom prst="roundRect">
            <a:avLst>
              <a:gd name="adj" fmla="val 3414"/>
            </a:avLst>
          </a:prstGeom>
          <a:solidFill>
            <a:srgbClr val="FFFFFF"/>
          </a:solidFill>
          <a:ln>
            <a:noFill/>
          </a:ln>
          <a:effectLst>
            <a:outerShdw blurRad="101600" dist="50800" dir="5400000" algn="ctr" rotWithShape="0">
              <a:srgbClr val="000000">
                <a:alpha val="1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1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4" name="Google Shape;964;p85">
            <a:extLst>
              <a:ext uri="{FF2B5EF4-FFF2-40B4-BE49-F238E27FC236}">
                <a16:creationId xmlns:a16="http://schemas.microsoft.com/office/drawing/2014/main" id="{A103DF42-74EB-A77A-53D6-3F75CF82DACF}"/>
              </a:ext>
            </a:extLst>
          </p:cNvPr>
          <p:cNvSpPr/>
          <p:nvPr/>
        </p:nvSpPr>
        <p:spPr>
          <a:xfrm rot="-5400000">
            <a:off x="23358" y="5499736"/>
            <a:ext cx="1463100" cy="91500"/>
          </a:xfrm>
          <a:prstGeom prst="rect">
            <a:avLst/>
          </a:prstGeom>
          <a:gradFill>
            <a:gsLst>
              <a:gs pos="0">
                <a:schemeClr val="dk2"/>
              </a:gs>
              <a:gs pos="90000">
                <a:srgbClr val="FF0080"/>
              </a:gs>
              <a:gs pos="100000">
                <a:srgbClr val="FF0080"/>
              </a:gs>
            </a:gsLst>
            <a:lin ang="2700006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5" name="Google Shape;965;p85">
            <a:extLst>
              <a:ext uri="{FF2B5EF4-FFF2-40B4-BE49-F238E27FC236}">
                <a16:creationId xmlns:a16="http://schemas.microsoft.com/office/drawing/2014/main" id="{AB3299DB-72A3-575F-DCCA-9C5AB3D94D85}"/>
              </a:ext>
            </a:extLst>
          </p:cNvPr>
          <p:cNvSpPr txBox="1"/>
          <p:nvPr/>
        </p:nvSpPr>
        <p:spPr>
          <a:xfrm>
            <a:off x="800675" y="1436775"/>
            <a:ext cx="10699500" cy="14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37150" bIns="91425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[Name of challenge or problem 1 -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Heading, 20pt Bold. Lorem ipsum dolor sit </a:t>
            </a:r>
            <a:r>
              <a:rPr lang="en-US" sz="2000" b="1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amet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 b="1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consectetur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 b="1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adipiscing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]</a:t>
            </a:r>
            <a:endParaRPr sz="2000" b="1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[Description of pain point 1 - Body, 18pt Normal. Lorem ipsum dolor sit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amet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consectetur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adipiscing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elit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sed do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eiusmod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tempor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incididunt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ut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labore et dolore magna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aliqua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ut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enim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ad minim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veniam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]</a:t>
            </a:r>
            <a:endParaRPr sz="1800" b="1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6" name="Google Shape;966;p85">
            <a:extLst>
              <a:ext uri="{FF2B5EF4-FFF2-40B4-BE49-F238E27FC236}">
                <a16:creationId xmlns:a16="http://schemas.microsoft.com/office/drawing/2014/main" id="{3B0801BA-F3F1-3DC7-ED67-58763F2885C0}"/>
              </a:ext>
            </a:extLst>
          </p:cNvPr>
          <p:cNvSpPr txBox="1"/>
          <p:nvPr/>
        </p:nvSpPr>
        <p:spPr>
          <a:xfrm>
            <a:off x="800675" y="3126234"/>
            <a:ext cx="10699500" cy="14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37150" bIns="91425" anchor="ctr" anchorCtr="0">
            <a:noAutofit/>
          </a:bodyPr>
          <a:lstStyle/>
          <a:p>
            <a:pPr lvl="0">
              <a:lnSpc>
                <a:spcPct val="114000"/>
              </a:lnSpc>
              <a:buClr>
                <a:schemeClr val="dk1"/>
              </a:buClr>
              <a:buSzPts val="2000"/>
            </a:pPr>
            <a:r>
              <a:rPr lang="en-US" sz="20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[Name of challenge or problem 2 - Heading, 20pt Bold. Lorem ipsum dolor sit </a:t>
            </a:r>
            <a:r>
              <a:rPr lang="en-US" sz="2000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amet</a:t>
            </a:r>
            <a:r>
              <a:rPr lang="en-US" sz="20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consectetur</a:t>
            </a:r>
            <a:r>
              <a:rPr lang="en-US" sz="20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adipiscing</a:t>
            </a:r>
            <a:r>
              <a:rPr lang="en-US" sz="20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]</a:t>
            </a:r>
          </a:p>
          <a:p>
            <a:pPr lvl="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[Description of pain point 2 - Body, 18pt Normal. Lorem ipsum dolor sit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amet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consectetur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adipiscing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elit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sed do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eiusmod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tempor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incididunt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ut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labore et dolore magna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aliqua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ut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enim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ad minim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veniam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]</a:t>
            </a:r>
            <a:endParaRPr lang="en-US" sz="1800" b="1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7" name="Google Shape;967;p85">
            <a:extLst>
              <a:ext uri="{FF2B5EF4-FFF2-40B4-BE49-F238E27FC236}">
                <a16:creationId xmlns:a16="http://schemas.microsoft.com/office/drawing/2014/main" id="{31F4676A-D0A8-4D42-A8E6-16E94FF2056F}"/>
              </a:ext>
            </a:extLst>
          </p:cNvPr>
          <p:cNvSpPr txBox="1"/>
          <p:nvPr/>
        </p:nvSpPr>
        <p:spPr>
          <a:xfrm>
            <a:off x="800675" y="4815693"/>
            <a:ext cx="10699500" cy="14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37150" bIns="91425" anchor="ctr" anchorCtr="0">
            <a:noAutofit/>
          </a:bodyPr>
          <a:lstStyle/>
          <a:p>
            <a:pPr lvl="0">
              <a:lnSpc>
                <a:spcPct val="114000"/>
              </a:lnSpc>
              <a:buClr>
                <a:schemeClr val="dk1"/>
              </a:buClr>
              <a:buSzPts val="2000"/>
            </a:pPr>
            <a:r>
              <a:rPr lang="en-US" sz="20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[Name of challenge or problem 3 - Heading, 20pt Bold. Lorem ipsum dolor sit </a:t>
            </a:r>
            <a:r>
              <a:rPr lang="en-US" sz="2000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amet</a:t>
            </a:r>
            <a:r>
              <a:rPr lang="en-US" sz="20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consectetur</a:t>
            </a:r>
            <a:r>
              <a:rPr lang="en-US" sz="20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adipiscing</a:t>
            </a:r>
            <a:r>
              <a:rPr lang="en-US" sz="20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]</a:t>
            </a:r>
          </a:p>
          <a:p>
            <a:pPr lvl="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[Description of pain point 3 - Body, 18pt Normal. Lorem ipsum dolor sit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amet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consectetur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adipiscing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elit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sed do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eiusmod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tempor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incididunt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ut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labore et dolore magna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aliqua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ut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enim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ad minim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veniam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]</a:t>
            </a:r>
            <a:endParaRPr lang="en-US" sz="1800" b="1" dirty="0"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558316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0">
          <a:extLst>
            <a:ext uri="{FF2B5EF4-FFF2-40B4-BE49-F238E27FC236}">
              <a16:creationId xmlns:a16="http://schemas.microsoft.com/office/drawing/2014/main" id="{BFA6BA42-92FE-7CFD-1E82-E988F17C3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83">
            <a:extLst>
              <a:ext uri="{FF2B5EF4-FFF2-40B4-BE49-F238E27FC236}">
                <a16:creationId xmlns:a16="http://schemas.microsoft.com/office/drawing/2014/main" id="{4E3C7214-1034-A2EF-5D40-55A134AEDB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4900" cy="8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</a:pPr>
            <a:r>
              <a:rPr lang="en-US" dirty="0"/>
              <a:t>[Top three use cases to address the challenges]</a:t>
            </a:r>
            <a:endParaRPr dirty="0"/>
          </a:p>
        </p:txBody>
      </p:sp>
      <p:sp>
        <p:nvSpPr>
          <p:cNvPr id="932" name="Google Shape;932;p83">
            <a:extLst>
              <a:ext uri="{FF2B5EF4-FFF2-40B4-BE49-F238E27FC236}">
                <a16:creationId xmlns:a16="http://schemas.microsoft.com/office/drawing/2014/main" id="{C5CF9BFD-D3AD-0F6D-A6A1-D22280C86FA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933" name="Google Shape;933;p83">
            <a:extLst>
              <a:ext uri="{FF2B5EF4-FFF2-40B4-BE49-F238E27FC236}">
                <a16:creationId xmlns:a16="http://schemas.microsoft.com/office/drawing/2014/main" id="{0B749A8B-405F-E430-335E-7EE9C9532F7B}"/>
              </a:ext>
            </a:extLst>
          </p:cNvPr>
          <p:cNvSpPr/>
          <p:nvPr/>
        </p:nvSpPr>
        <p:spPr>
          <a:xfrm>
            <a:off x="4374358" y="1440894"/>
            <a:ext cx="3457500" cy="4836000"/>
          </a:xfrm>
          <a:prstGeom prst="round2SameRect">
            <a:avLst>
              <a:gd name="adj1" fmla="val 0"/>
              <a:gd name="adj2" fmla="val 3112"/>
            </a:avLst>
          </a:prstGeom>
          <a:solidFill>
            <a:schemeClr val="lt1"/>
          </a:solidFill>
          <a:ln>
            <a:noFill/>
          </a:ln>
          <a:effectLst>
            <a:outerShdw blurRad="101600" dist="50800" dir="5400000" algn="ctr" rotWithShape="0">
              <a:srgbClr val="000000">
                <a:alpha val="10000"/>
              </a:srgbClr>
            </a:outerShdw>
          </a:effectLst>
        </p:spPr>
        <p:txBody>
          <a:bodyPr spcFirstLastPara="1" wrap="square" lIns="182875" tIns="274300" rIns="91425" bIns="0" anchor="t" anchorCtr="0">
            <a:noAutofit/>
          </a:bodyPr>
          <a:lstStyle/>
          <a:p>
            <a:pPr lvl="0">
              <a:lnSpc>
                <a:spcPct val="114000"/>
              </a:lnSpc>
              <a:buClr>
                <a:schemeClr val="dk1"/>
              </a:buClr>
              <a:buSzPts val="1800"/>
            </a:pPr>
            <a:r>
              <a:rPr lang="en-US" sz="1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 Case 2: [Name of Use Case 2, Heading, 18pt Bold]</a:t>
            </a:r>
            <a:endParaRPr lang="en-US" dirty="0"/>
          </a:p>
          <a:p>
            <a:pPr lvl="0">
              <a:lnSpc>
                <a:spcPct val="114000"/>
              </a:lnSpc>
              <a:spcBef>
                <a:spcPts val="600"/>
              </a:spcBef>
              <a:buSzPts val="1800"/>
            </a:pP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[Explain the business value derives from using Datadog for Use Case 2 - Level 1, no bullet at 18pt]</a:t>
            </a:r>
            <a:endParaRPr lang="en-US" dirty="0"/>
          </a:p>
          <a:p>
            <a:pPr marL="182880" lvl="1" indent="-182880">
              <a:lnSpc>
                <a:spcPct val="114000"/>
              </a:lnSpc>
              <a:spcBef>
                <a:spcPts val="600"/>
              </a:spcBef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[Second level, bullet 18pt]</a:t>
            </a:r>
            <a:endParaRPr lang="en-US" dirty="0"/>
          </a:p>
          <a:p>
            <a:pPr marL="365760" lvl="2" indent="-182880">
              <a:lnSpc>
                <a:spcPct val="114000"/>
              </a:lnSpc>
              <a:spcBef>
                <a:spcPts val="600"/>
              </a:spcBef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[Third level at 16pt]</a:t>
            </a:r>
            <a:endParaRPr lang="en-US" dirty="0"/>
          </a:p>
        </p:txBody>
      </p:sp>
      <p:sp>
        <p:nvSpPr>
          <p:cNvPr id="934" name="Google Shape;934;p83">
            <a:extLst>
              <a:ext uri="{FF2B5EF4-FFF2-40B4-BE49-F238E27FC236}">
                <a16:creationId xmlns:a16="http://schemas.microsoft.com/office/drawing/2014/main" id="{401C4127-7CBD-4F65-B0EC-6444E2A2EBB2}"/>
              </a:ext>
            </a:extLst>
          </p:cNvPr>
          <p:cNvSpPr/>
          <p:nvPr/>
        </p:nvSpPr>
        <p:spPr>
          <a:xfrm>
            <a:off x="4375500" y="1440894"/>
            <a:ext cx="3456300" cy="91500"/>
          </a:xfrm>
          <a:prstGeom prst="rect">
            <a:avLst/>
          </a:prstGeom>
          <a:gradFill>
            <a:gsLst>
              <a:gs pos="0">
                <a:schemeClr val="accent2"/>
              </a:gs>
              <a:gs pos="30000">
                <a:schemeClr val="accent2"/>
              </a:gs>
              <a:gs pos="90000">
                <a:schemeClr val="accent4"/>
              </a:gs>
              <a:gs pos="100000">
                <a:schemeClr val="accent4"/>
              </a:gs>
            </a:gsLst>
            <a:lin ang="2700006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5" name="Google Shape;935;p83">
            <a:extLst>
              <a:ext uri="{FF2B5EF4-FFF2-40B4-BE49-F238E27FC236}">
                <a16:creationId xmlns:a16="http://schemas.microsoft.com/office/drawing/2014/main" id="{430C76D6-DC1F-B5B5-3835-11849A28D8D2}"/>
              </a:ext>
            </a:extLst>
          </p:cNvPr>
          <p:cNvSpPr/>
          <p:nvPr/>
        </p:nvSpPr>
        <p:spPr>
          <a:xfrm>
            <a:off x="8024813" y="1440894"/>
            <a:ext cx="3457500" cy="4836000"/>
          </a:xfrm>
          <a:prstGeom prst="round2SameRect">
            <a:avLst>
              <a:gd name="adj1" fmla="val 0"/>
              <a:gd name="adj2" fmla="val 3112"/>
            </a:avLst>
          </a:prstGeom>
          <a:solidFill>
            <a:schemeClr val="lt1"/>
          </a:solidFill>
          <a:ln>
            <a:noFill/>
          </a:ln>
          <a:effectLst>
            <a:outerShdw blurRad="101600" dist="50800" dir="5400000" algn="ctr" rotWithShape="0">
              <a:srgbClr val="000000">
                <a:alpha val="10000"/>
              </a:srgbClr>
            </a:outerShdw>
          </a:effectLst>
        </p:spPr>
        <p:txBody>
          <a:bodyPr spcFirstLastPara="1" wrap="square" lIns="182875" tIns="274300" rIns="91425" bIns="0" anchor="t" anchorCtr="0">
            <a:noAutofit/>
          </a:bodyPr>
          <a:lstStyle/>
          <a:p>
            <a:pPr lvl="0">
              <a:lnSpc>
                <a:spcPct val="114000"/>
              </a:lnSpc>
              <a:buClr>
                <a:schemeClr val="dk1"/>
              </a:buClr>
              <a:buSzPts val="1800"/>
            </a:pPr>
            <a:r>
              <a:rPr lang="en-US" sz="1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 Case 3: [Name of Use Case 3, Heading, 18pt Bold]</a:t>
            </a:r>
            <a:endParaRPr lang="en-US" dirty="0"/>
          </a:p>
          <a:p>
            <a:pPr lvl="0">
              <a:lnSpc>
                <a:spcPct val="114000"/>
              </a:lnSpc>
              <a:spcBef>
                <a:spcPts val="600"/>
              </a:spcBef>
              <a:buSzPts val="1800"/>
            </a:pP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[Explain the business value derives from using Datadog for Use Case 3 - Level 1, no bullet at 18pt]</a:t>
            </a:r>
            <a:endParaRPr lang="en-US" dirty="0"/>
          </a:p>
          <a:p>
            <a:pPr marL="182880" lvl="1" indent="-182880">
              <a:lnSpc>
                <a:spcPct val="114000"/>
              </a:lnSpc>
              <a:spcBef>
                <a:spcPts val="600"/>
              </a:spcBef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[Second level, bullet 18pt]</a:t>
            </a:r>
            <a:endParaRPr lang="en-US" dirty="0"/>
          </a:p>
          <a:p>
            <a:pPr marL="365760" lvl="2" indent="-182880">
              <a:lnSpc>
                <a:spcPct val="114000"/>
              </a:lnSpc>
              <a:spcBef>
                <a:spcPts val="600"/>
              </a:spcBef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[Third level at 16pt]</a:t>
            </a:r>
            <a:endParaRPr lang="en-US" dirty="0"/>
          </a:p>
        </p:txBody>
      </p:sp>
      <p:sp>
        <p:nvSpPr>
          <p:cNvPr id="936" name="Google Shape;936;p83">
            <a:extLst>
              <a:ext uri="{FF2B5EF4-FFF2-40B4-BE49-F238E27FC236}">
                <a16:creationId xmlns:a16="http://schemas.microsoft.com/office/drawing/2014/main" id="{95DE428E-F77E-2F9E-0CA3-8AE9699BA3C7}"/>
              </a:ext>
            </a:extLst>
          </p:cNvPr>
          <p:cNvSpPr/>
          <p:nvPr/>
        </p:nvSpPr>
        <p:spPr>
          <a:xfrm>
            <a:off x="8025955" y="1440894"/>
            <a:ext cx="3456300" cy="91500"/>
          </a:xfrm>
          <a:prstGeom prst="rect">
            <a:avLst/>
          </a:prstGeom>
          <a:gradFill>
            <a:gsLst>
              <a:gs pos="0">
                <a:schemeClr val="dk2"/>
              </a:gs>
              <a:gs pos="90000">
                <a:srgbClr val="FF0080"/>
              </a:gs>
              <a:gs pos="100000">
                <a:srgbClr val="FF0080"/>
              </a:gs>
            </a:gsLst>
            <a:lin ang="2700006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7" name="Google Shape;937;p83">
            <a:extLst>
              <a:ext uri="{FF2B5EF4-FFF2-40B4-BE49-F238E27FC236}">
                <a16:creationId xmlns:a16="http://schemas.microsoft.com/office/drawing/2014/main" id="{5CE69799-3594-F84E-9B50-3E79E7C099F9}"/>
              </a:ext>
            </a:extLst>
          </p:cNvPr>
          <p:cNvSpPr/>
          <p:nvPr/>
        </p:nvSpPr>
        <p:spPr>
          <a:xfrm>
            <a:off x="709613" y="1440894"/>
            <a:ext cx="3457500" cy="4836000"/>
          </a:xfrm>
          <a:prstGeom prst="round2SameRect">
            <a:avLst>
              <a:gd name="adj1" fmla="val 0"/>
              <a:gd name="adj2" fmla="val 3112"/>
            </a:avLst>
          </a:prstGeom>
          <a:solidFill>
            <a:schemeClr val="lt1"/>
          </a:solidFill>
          <a:ln>
            <a:noFill/>
          </a:ln>
          <a:effectLst>
            <a:outerShdw blurRad="101600" dist="50800" dir="5400000" algn="ctr" rotWithShape="0">
              <a:srgbClr val="000000">
                <a:alpha val="10000"/>
              </a:srgbClr>
            </a:outerShdw>
          </a:effectLst>
        </p:spPr>
        <p:txBody>
          <a:bodyPr spcFirstLastPara="1" wrap="square" lIns="182875" tIns="274300" rIns="91425" bIns="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 Case 1: [Name of Use Case 1,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Heading, 18pt Bold]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[Explain the business value derives from using Datadog for Use Case 1 - Level 1, no bullet at 18pt]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" marR="0" lvl="1" indent="-18288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[Second level, bullet 18pt]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" marR="0" lvl="2" indent="-18288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[Third level at 16pt]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83">
            <a:extLst>
              <a:ext uri="{FF2B5EF4-FFF2-40B4-BE49-F238E27FC236}">
                <a16:creationId xmlns:a16="http://schemas.microsoft.com/office/drawing/2014/main" id="{B507C08A-07D7-6ACC-439E-955CEA958553}"/>
              </a:ext>
            </a:extLst>
          </p:cNvPr>
          <p:cNvSpPr/>
          <p:nvPr/>
        </p:nvSpPr>
        <p:spPr>
          <a:xfrm>
            <a:off x="710755" y="1440894"/>
            <a:ext cx="3456300" cy="91500"/>
          </a:xfrm>
          <a:prstGeom prst="rect">
            <a:avLst/>
          </a:prstGeom>
          <a:gradFill>
            <a:gsLst>
              <a:gs pos="0">
                <a:srgbClr val="5C00EF"/>
              </a:gs>
              <a:gs pos="30000">
                <a:srgbClr val="5C00EF"/>
              </a:gs>
              <a:gs pos="90000">
                <a:srgbClr val="9C43FE"/>
              </a:gs>
              <a:gs pos="100000">
                <a:srgbClr val="9C43FE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6479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0">
          <a:extLst>
            <a:ext uri="{FF2B5EF4-FFF2-40B4-BE49-F238E27FC236}">
              <a16:creationId xmlns:a16="http://schemas.microsoft.com/office/drawing/2014/main" id="{098E8C77-7ACF-C6BB-0055-3F780358F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82">
            <a:extLst>
              <a:ext uri="{FF2B5EF4-FFF2-40B4-BE49-F238E27FC236}">
                <a16:creationId xmlns:a16="http://schemas.microsoft.com/office/drawing/2014/main" id="{2859B89E-2ED7-3462-90E1-895434AFD5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4900" cy="8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</a:pPr>
            <a:r>
              <a:rPr lang="en-US" dirty="0"/>
              <a:t>Current State vs. Target State</a:t>
            </a:r>
            <a:endParaRPr dirty="0"/>
          </a:p>
        </p:txBody>
      </p:sp>
      <p:sp>
        <p:nvSpPr>
          <p:cNvPr id="922" name="Google Shape;922;p82">
            <a:extLst>
              <a:ext uri="{FF2B5EF4-FFF2-40B4-BE49-F238E27FC236}">
                <a16:creationId xmlns:a16="http://schemas.microsoft.com/office/drawing/2014/main" id="{4F526DC1-407D-EBE6-5202-80AD5E528CF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923" name="Google Shape;923;p82">
            <a:extLst>
              <a:ext uri="{FF2B5EF4-FFF2-40B4-BE49-F238E27FC236}">
                <a16:creationId xmlns:a16="http://schemas.microsoft.com/office/drawing/2014/main" id="{51EFABF5-EDA8-EBA1-DED0-0D1BF28134A3}"/>
              </a:ext>
            </a:extLst>
          </p:cNvPr>
          <p:cNvSpPr/>
          <p:nvPr/>
        </p:nvSpPr>
        <p:spPr>
          <a:xfrm>
            <a:off x="6200775" y="1440894"/>
            <a:ext cx="5286300" cy="4836000"/>
          </a:xfrm>
          <a:prstGeom prst="round2SameRect">
            <a:avLst>
              <a:gd name="adj1" fmla="val 0"/>
              <a:gd name="adj2" fmla="val 1963"/>
            </a:avLst>
          </a:prstGeom>
          <a:solidFill>
            <a:schemeClr val="lt1"/>
          </a:solidFill>
          <a:ln>
            <a:noFill/>
          </a:ln>
          <a:effectLst>
            <a:outerShdw blurRad="101600" dist="50800" dir="5400000" algn="ctr" rotWithShape="0">
              <a:srgbClr val="000000">
                <a:alpha val="10000"/>
              </a:srgbClr>
            </a:outerShdw>
          </a:effectLst>
        </p:spPr>
        <p:txBody>
          <a:bodyPr spcFirstLastPara="1" wrap="square" lIns="182875" tIns="274300" rIns="91425" bIns="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</a:t>
            </a:r>
            <a:r>
              <a:rPr lang="en-US" sz="20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Target State -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Heading, 20pt Bold]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lnSpc>
                <a:spcPct val="114000"/>
              </a:lnSpc>
              <a:spcBef>
                <a:spcPts val="600"/>
              </a:spcBef>
              <a:buClr>
                <a:schemeClr val="dk1"/>
              </a:buClr>
              <a:buSzPts val="2000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</a:t>
            </a:r>
            <a:r>
              <a:rPr lang="en-US" sz="2000" dirty="0">
                <a:latin typeface="Roboto"/>
                <a:ea typeface="Roboto"/>
                <a:cs typeface="Roboto"/>
                <a:sym typeface="Roboto"/>
              </a:rPr>
              <a:t>Explain Why Datadog -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Level 1, no bullet at 20pt]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" marR="0" lvl="0" indent="-18288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[Second level, bullet at 20pt]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" marR="0" lvl="2" indent="-18288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[Third level at 18pt]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82">
            <a:extLst>
              <a:ext uri="{FF2B5EF4-FFF2-40B4-BE49-F238E27FC236}">
                <a16:creationId xmlns:a16="http://schemas.microsoft.com/office/drawing/2014/main" id="{EA204F4B-27EB-6A57-C68B-7D2EBD36C738}"/>
              </a:ext>
            </a:extLst>
          </p:cNvPr>
          <p:cNvSpPr/>
          <p:nvPr/>
        </p:nvSpPr>
        <p:spPr>
          <a:xfrm>
            <a:off x="6202521" y="1440894"/>
            <a:ext cx="5284500" cy="91500"/>
          </a:xfrm>
          <a:prstGeom prst="rect">
            <a:avLst/>
          </a:prstGeom>
          <a:gradFill>
            <a:gsLst>
              <a:gs pos="0">
                <a:schemeClr val="accent2"/>
              </a:gs>
              <a:gs pos="30000">
                <a:schemeClr val="accent2"/>
              </a:gs>
              <a:gs pos="90000">
                <a:schemeClr val="accent4"/>
              </a:gs>
              <a:gs pos="100000">
                <a:schemeClr val="accent4"/>
              </a:gs>
            </a:gsLst>
            <a:lin ang="2700006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5" name="Google Shape;925;p82">
            <a:extLst>
              <a:ext uri="{FF2B5EF4-FFF2-40B4-BE49-F238E27FC236}">
                <a16:creationId xmlns:a16="http://schemas.microsoft.com/office/drawing/2014/main" id="{439A8EDC-1271-BE43-7A5A-396B7F2AA025}"/>
              </a:ext>
            </a:extLst>
          </p:cNvPr>
          <p:cNvSpPr/>
          <p:nvPr/>
        </p:nvSpPr>
        <p:spPr>
          <a:xfrm>
            <a:off x="709612" y="1440894"/>
            <a:ext cx="5286300" cy="4836000"/>
          </a:xfrm>
          <a:prstGeom prst="round2SameRect">
            <a:avLst>
              <a:gd name="adj1" fmla="val 0"/>
              <a:gd name="adj2" fmla="val 1911"/>
            </a:avLst>
          </a:prstGeom>
          <a:solidFill>
            <a:schemeClr val="lt1"/>
          </a:solidFill>
          <a:ln>
            <a:noFill/>
          </a:ln>
          <a:effectLst>
            <a:outerShdw blurRad="101600" dist="50800" dir="5400000" algn="ctr" rotWithShape="0">
              <a:srgbClr val="000000">
                <a:alpha val="10000"/>
              </a:srgbClr>
            </a:outerShdw>
          </a:effectLst>
        </p:spPr>
        <p:txBody>
          <a:bodyPr spcFirstLastPara="1" wrap="square" lIns="182875" tIns="274300" rIns="91425" bIns="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[Current State - Heading, 20pt Bold]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[Level 1, no bullet at 20pt]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" marR="0" lvl="0" indent="-18288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[Second level, bullet at 20pt]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" marR="0" lvl="2" indent="-18288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[Third level at 18pt]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82">
            <a:extLst>
              <a:ext uri="{FF2B5EF4-FFF2-40B4-BE49-F238E27FC236}">
                <a16:creationId xmlns:a16="http://schemas.microsoft.com/office/drawing/2014/main" id="{97A5B65C-FD51-33F5-542E-E3C16A87F7D8}"/>
              </a:ext>
            </a:extLst>
          </p:cNvPr>
          <p:cNvSpPr/>
          <p:nvPr/>
        </p:nvSpPr>
        <p:spPr>
          <a:xfrm>
            <a:off x="711358" y="1440894"/>
            <a:ext cx="5284500" cy="91500"/>
          </a:xfrm>
          <a:prstGeom prst="rect">
            <a:avLst/>
          </a:prstGeom>
          <a:gradFill>
            <a:gsLst>
              <a:gs pos="0">
                <a:srgbClr val="5C00EF"/>
              </a:gs>
              <a:gs pos="30000">
                <a:srgbClr val="5C00EF"/>
              </a:gs>
              <a:gs pos="90000">
                <a:srgbClr val="9C43FE"/>
              </a:gs>
              <a:gs pos="100000">
                <a:srgbClr val="9C43FE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2760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9"/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en-US" dirty="0"/>
              <a:t>Use Case 1</a:t>
            </a:r>
            <a:endParaRPr dirty="0"/>
          </a:p>
        </p:txBody>
      </p:sp>
      <p:sp>
        <p:nvSpPr>
          <p:cNvPr id="399" name="Google Shape;399;p49"/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00" cy="11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None/>
            </a:pPr>
            <a:r>
              <a:rPr lang="en-US" dirty="0"/>
              <a:t>[Name of use case 1]</a:t>
            </a:r>
            <a:endParaRPr dirty="0"/>
          </a:p>
        </p:txBody>
      </p:sp>
      <p:sp>
        <p:nvSpPr>
          <p:cNvPr id="400" name="Google Shape;400;p49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>
          <a:extLst>
            <a:ext uri="{FF2B5EF4-FFF2-40B4-BE49-F238E27FC236}">
              <a16:creationId xmlns:a16="http://schemas.microsoft.com/office/drawing/2014/main" id="{28A0DB1A-317B-80D9-3F4F-D14F35990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0">
            <a:extLst>
              <a:ext uri="{FF2B5EF4-FFF2-40B4-BE49-F238E27FC236}">
                <a16:creationId xmlns:a16="http://schemas.microsoft.com/office/drawing/2014/main" id="{412C5AAB-7A2D-C4C7-9D11-70349B95F0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4900" cy="8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</a:pPr>
            <a:r>
              <a:rPr lang="en-US" dirty="0"/>
              <a:t>[Name of Use Case 1 - Slide Title, 36pt Bold]</a:t>
            </a:r>
            <a:endParaRPr dirty="0"/>
          </a:p>
        </p:txBody>
      </p:sp>
      <p:sp>
        <p:nvSpPr>
          <p:cNvPr id="477" name="Google Shape;477;p60">
            <a:extLst>
              <a:ext uri="{FF2B5EF4-FFF2-40B4-BE49-F238E27FC236}">
                <a16:creationId xmlns:a16="http://schemas.microsoft.com/office/drawing/2014/main" id="{2FE0A0EB-4EDC-18D9-AE20-94A19D1061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4276" y="1399032"/>
            <a:ext cx="10782300" cy="48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en-US" b="1" dirty="0"/>
              <a:t>[Short description of Use Case 1 - Heading, 20pt Bold]</a:t>
            </a:r>
            <a:endParaRPr lang="en-US" dirty="0"/>
          </a:p>
          <a:p>
            <a:pPr marL="0" lvl="0" indent="0">
              <a:spcBef>
                <a:spcPts val="600"/>
              </a:spcBef>
            </a:pPr>
            <a:r>
              <a:rPr lang="en-US" dirty="0"/>
              <a:t>[Explain the business value derives from using Datadog for Use Case 1 - Level 1, no bullet at 20pt]</a:t>
            </a:r>
          </a:p>
          <a:p>
            <a:pPr marL="182880" lvl="0" indent="-182880">
              <a:spcBef>
                <a:spcPts val="600"/>
              </a:spcBef>
              <a:buFont typeface="Arial"/>
              <a:buChar char="•"/>
            </a:pPr>
            <a:r>
              <a:rPr lang="en-US" dirty="0"/>
              <a:t>[Second level, bullet at 20pt]</a:t>
            </a:r>
          </a:p>
          <a:p>
            <a:pPr marL="365760" lvl="2" indent="-182880"/>
            <a:r>
              <a:rPr lang="en-US" dirty="0"/>
              <a:t>[Third level at 18pt – suggest the Datadog Demo URL for use case 1 starting with </a:t>
            </a:r>
            <a:r>
              <a:rPr lang="en-US" dirty="0">
                <a:hlinkClick r:id="rId3"/>
              </a:rPr>
              <a:t>https://demo.datadoghq.com/</a:t>
            </a:r>
            <a:r>
              <a:rPr lang="en-US" dirty="0"/>
              <a:t> ]</a:t>
            </a:r>
          </a:p>
        </p:txBody>
      </p:sp>
      <p:sp>
        <p:nvSpPr>
          <p:cNvPr id="478" name="Google Shape;478;p60">
            <a:extLst>
              <a:ext uri="{FF2B5EF4-FFF2-40B4-BE49-F238E27FC236}">
                <a16:creationId xmlns:a16="http://schemas.microsoft.com/office/drawing/2014/main" id="{EE767F8F-8D87-9E78-A42A-D54482F3BC7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9894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>
          <a:extLst>
            <a:ext uri="{FF2B5EF4-FFF2-40B4-BE49-F238E27FC236}">
              <a16:creationId xmlns:a16="http://schemas.microsoft.com/office/drawing/2014/main" id="{30A14860-FE86-44DD-5B6C-806F20CFD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0">
            <a:extLst>
              <a:ext uri="{FF2B5EF4-FFF2-40B4-BE49-F238E27FC236}">
                <a16:creationId xmlns:a16="http://schemas.microsoft.com/office/drawing/2014/main" id="{F26982A2-04F4-6C88-047F-7F8AF526F6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en-US" dirty="0"/>
              <a:t>Use Case 2</a:t>
            </a:r>
            <a:endParaRPr dirty="0"/>
          </a:p>
        </p:txBody>
      </p:sp>
      <p:sp>
        <p:nvSpPr>
          <p:cNvPr id="406" name="Google Shape;406;p50">
            <a:extLst>
              <a:ext uri="{FF2B5EF4-FFF2-40B4-BE49-F238E27FC236}">
                <a16:creationId xmlns:a16="http://schemas.microsoft.com/office/drawing/2014/main" id="{30FCA155-B344-70F0-AE75-7D4A779522A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00" cy="11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spcAft>
                <a:spcPts val="600"/>
              </a:spcAft>
            </a:pPr>
            <a:r>
              <a:rPr lang="en-US" dirty="0"/>
              <a:t>[Name of use case 2]</a:t>
            </a:r>
          </a:p>
        </p:txBody>
      </p:sp>
      <p:sp>
        <p:nvSpPr>
          <p:cNvPr id="407" name="Google Shape;407;p50">
            <a:extLst>
              <a:ext uri="{FF2B5EF4-FFF2-40B4-BE49-F238E27FC236}">
                <a16:creationId xmlns:a16="http://schemas.microsoft.com/office/drawing/2014/main" id="{55CECD3A-6851-CD75-0DB5-8B99124E19B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8277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>
          <a:extLst>
            <a:ext uri="{FF2B5EF4-FFF2-40B4-BE49-F238E27FC236}">
              <a16:creationId xmlns:a16="http://schemas.microsoft.com/office/drawing/2014/main" id="{80AA5778-FCEE-485E-C759-8CFDDF511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0">
            <a:extLst>
              <a:ext uri="{FF2B5EF4-FFF2-40B4-BE49-F238E27FC236}">
                <a16:creationId xmlns:a16="http://schemas.microsoft.com/office/drawing/2014/main" id="{64B4A185-129B-B058-E2F0-9196107554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4900" cy="8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</a:pPr>
            <a:r>
              <a:rPr lang="en-US" dirty="0"/>
              <a:t>[Name of Use Case 2 - Slide Title, 36pt Bold]</a:t>
            </a:r>
            <a:endParaRPr dirty="0"/>
          </a:p>
        </p:txBody>
      </p:sp>
      <p:sp>
        <p:nvSpPr>
          <p:cNvPr id="477" name="Google Shape;477;p60">
            <a:extLst>
              <a:ext uri="{FF2B5EF4-FFF2-40B4-BE49-F238E27FC236}">
                <a16:creationId xmlns:a16="http://schemas.microsoft.com/office/drawing/2014/main" id="{50207009-B67B-D8C3-BA16-5271240489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4276" y="1399032"/>
            <a:ext cx="10782300" cy="48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en-US" b="1" dirty="0"/>
              <a:t>[Short description of Use Case 2 - Heading, 20pt Bold]</a:t>
            </a:r>
            <a:endParaRPr lang="en-US" dirty="0"/>
          </a:p>
          <a:p>
            <a:pPr marL="0" lvl="0" indent="0">
              <a:spcBef>
                <a:spcPts val="600"/>
              </a:spcBef>
            </a:pPr>
            <a:r>
              <a:rPr lang="en-US" dirty="0"/>
              <a:t>[Explain the business value derives from using Datadog for Use Case 2 - Level 1, no bullet at 20pt]</a:t>
            </a:r>
          </a:p>
          <a:p>
            <a:pPr marL="182880" lvl="0" indent="-182880">
              <a:spcBef>
                <a:spcPts val="600"/>
              </a:spcBef>
              <a:buFont typeface="Arial"/>
              <a:buChar char="•"/>
            </a:pPr>
            <a:r>
              <a:rPr lang="en-US" dirty="0"/>
              <a:t>[Second level, bullet at 20pt]</a:t>
            </a:r>
          </a:p>
          <a:p>
            <a:pPr marL="365760" lvl="2" indent="-182880"/>
            <a:r>
              <a:rPr lang="en-US" dirty="0"/>
              <a:t>[Third level at 18pt – suggest the Datadog Demo URL for use case 2 starting with </a:t>
            </a:r>
            <a:r>
              <a:rPr lang="en-US" dirty="0">
                <a:hlinkClick r:id="rId3"/>
              </a:rPr>
              <a:t>https://demo.datadoghq.com/</a:t>
            </a:r>
            <a:r>
              <a:rPr lang="en-US" dirty="0"/>
              <a:t> ]</a:t>
            </a:r>
          </a:p>
        </p:txBody>
      </p:sp>
      <p:sp>
        <p:nvSpPr>
          <p:cNvPr id="478" name="Google Shape;478;p60">
            <a:extLst>
              <a:ext uri="{FF2B5EF4-FFF2-40B4-BE49-F238E27FC236}">
                <a16:creationId xmlns:a16="http://schemas.microsoft.com/office/drawing/2014/main" id="{092BA952-46B1-A3EB-316B-43808FA5768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4756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1"/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en-US" dirty="0"/>
              <a:t>Use Case 3</a:t>
            </a:r>
            <a:endParaRPr dirty="0"/>
          </a:p>
        </p:txBody>
      </p:sp>
      <p:sp>
        <p:nvSpPr>
          <p:cNvPr id="413" name="Google Shape;413;p51"/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00" cy="11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None/>
            </a:pPr>
            <a:r>
              <a:rPr lang="en-US" dirty="0"/>
              <a:t>[Name of use case 3]</a:t>
            </a:r>
            <a:endParaRPr dirty="0"/>
          </a:p>
        </p:txBody>
      </p:sp>
      <p:pic>
        <p:nvPicPr>
          <p:cNvPr id="414" name="Google Shape;414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12754" y="6456719"/>
            <a:ext cx="1049131" cy="257037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51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>
          <a:extLst>
            <a:ext uri="{FF2B5EF4-FFF2-40B4-BE49-F238E27FC236}">
              <a16:creationId xmlns:a16="http://schemas.microsoft.com/office/drawing/2014/main" id="{F7F43625-79B0-413C-276F-86E2FBF97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0">
            <a:extLst>
              <a:ext uri="{FF2B5EF4-FFF2-40B4-BE49-F238E27FC236}">
                <a16:creationId xmlns:a16="http://schemas.microsoft.com/office/drawing/2014/main" id="{B19BD9D8-8C61-D627-1350-12E8BD9270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4900" cy="8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</a:pPr>
            <a:r>
              <a:rPr lang="en-US" dirty="0"/>
              <a:t>[Name of Use Case 3 - Slide Title, 36pt Bold]</a:t>
            </a:r>
            <a:endParaRPr dirty="0"/>
          </a:p>
        </p:txBody>
      </p:sp>
      <p:sp>
        <p:nvSpPr>
          <p:cNvPr id="477" name="Google Shape;477;p60">
            <a:extLst>
              <a:ext uri="{FF2B5EF4-FFF2-40B4-BE49-F238E27FC236}">
                <a16:creationId xmlns:a16="http://schemas.microsoft.com/office/drawing/2014/main" id="{1E040348-A93C-E154-C434-1728476E50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4276" y="1399032"/>
            <a:ext cx="10782300" cy="48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en-US" b="1" dirty="0"/>
              <a:t>[Short description of Use Case 3 - Heading, 20pt Bold]</a:t>
            </a:r>
            <a:endParaRPr dirty="0"/>
          </a:p>
          <a:p>
            <a:pPr marL="0" lvl="0" indent="0">
              <a:spcBef>
                <a:spcPts val="600"/>
              </a:spcBef>
            </a:pPr>
            <a:r>
              <a:rPr lang="en-US" dirty="0"/>
              <a:t>[Explain the business value derives from using Datadog for Use Case 3 - Level 1, no bullet at 20pt]</a:t>
            </a:r>
            <a:endParaRPr dirty="0"/>
          </a:p>
          <a:p>
            <a:pPr marL="182880" lvl="0" indent="-18288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dirty="0"/>
              <a:t>[Second level, bullet at 20pt]</a:t>
            </a:r>
            <a:endParaRPr dirty="0"/>
          </a:p>
          <a:p>
            <a:pPr marL="365760" lvl="2" indent="-182880"/>
            <a:r>
              <a:rPr lang="en-US" dirty="0"/>
              <a:t>[Third level at 18pt – suggest the Datadog Demo URL for use case 3 starting with </a:t>
            </a:r>
            <a:r>
              <a:rPr lang="en-US" dirty="0">
                <a:hlinkClick r:id="rId3"/>
              </a:rPr>
              <a:t>https://demo.datadoghq.com/</a:t>
            </a:r>
            <a:r>
              <a:rPr lang="en-US" dirty="0"/>
              <a:t> ]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8" name="Google Shape;478;p60">
            <a:extLst>
              <a:ext uri="{FF2B5EF4-FFF2-40B4-BE49-F238E27FC236}">
                <a16:creationId xmlns:a16="http://schemas.microsoft.com/office/drawing/2014/main" id="{02BA94EA-5ED3-A7AD-839A-789E2615A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08926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2"/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en-US" dirty="0"/>
              <a:t>Recap</a:t>
            </a:r>
            <a:endParaRPr dirty="0"/>
          </a:p>
        </p:txBody>
      </p:sp>
      <p:sp>
        <p:nvSpPr>
          <p:cNvPr id="421" name="Google Shape;421;p52"/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00" cy="11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None/>
            </a:pPr>
            <a:r>
              <a:rPr lang="en-US" dirty="0"/>
              <a:t>Current State vs. Target State</a:t>
            </a:r>
            <a:endParaRPr dirty="0"/>
          </a:p>
        </p:txBody>
      </p:sp>
      <p:sp>
        <p:nvSpPr>
          <p:cNvPr id="422" name="Google Shape;422;p52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0">
          <a:extLst>
            <a:ext uri="{FF2B5EF4-FFF2-40B4-BE49-F238E27FC236}">
              <a16:creationId xmlns:a16="http://schemas.microsoft.com/office/drawing/2014/main" id="{FF229B79-3772-95AF-653B-1D5DE607B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82">
            <a:extLst>
              <a:ext uri="{FF2B5EF4-FFF2-40B4-BE49-F238E27FC236}">
                <a16:creationId xmlns:a16="http://schemas.microsoft.com/office/drawing/2014/main" id="{14195702-8793-D721-9936-D0EF79A720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4900" cy="8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</a:pPr>
            <a:r>
              <a:rPr lang="en-US" dirty="0"/>
              <a:t>[Customer’s Name]’s Current State vs. Target State</a:t>
            </a:r>
            <a:endParaRPr dirty="0"/>
          </a:p>
        </p:txBody>
      </p:sp>
      <p:sp>
        <p:nvSpPr>
          <p:cNvPr id="922" name="Google Shape;922;p82">
            <a:extLst>
              <a:ext uri="{FF2B5EF4-FFF2-40B4-BE49-F238E27FC236}">
                <a16:creationId xmlns:a16="http://schemas.microsoft.com/office/drawing/2014/main" id="{8147B18B-9D91-B20B-92F0-738EE05F92D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923" name="Google Shape;923;p82">
            <a:extLst>
              <a:ext uri="{FF2B5EF4-FFF2-40B4-BE49-F238E27FC236}">
                <a16:creationId xmlns:a16="http://schemas.microsoft.com/office/drawing/2014/main" id="{F5A98435-DFFA-0BDB-91C0-9288C283A61A}"/>
              </a:ext>
            </a:extLst>
          </p:cNvPr>
          <p:cNvSpPr/>
          <p:nvPr/>
        </p:nvSpPr>
        <p:spPr>
          <a:xfrm>
            <a:off x="6200775" y="1440894"/>
            <a:ext cx="5286300" cy="4836000"/>
          </a:xfrm>
          <a:prstGeom prst="round2SameRect">
            <a:avLst>
              <a:gd name="adj1" fmla="val 0"/>
              <a:gd name="adj2" fmla="val 1963"/>
            </a:avLst>
          </a:prstGeom>
          <a:solidFill>
            <a:schemeClr val="lt1"/>
          </a:solidFill>
          <a:ln>
            <a:noFill/>
          </a:ln>
          <a:effectLst>
            <a:outerShdw blurRad="101600" dist="50800" dir="5400000" algn="ctr" rotWithShape="0">
              <a:srgbClr val="000000">
                <a:alpha val="10000"/>
              </a:srgbClr>
            </a:outerShdw>
          </a:effectLst>
        </p:spPr>
        <p:txBody>
          <a:bodyPr spcFirstLastPara="1" wrap="square" lIns="182875" tIns="274300" rIns="91425" bIns="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</a:t>
            </a:r>
            <a:r>
              <a:rPr lang="en-US" sz="20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Target State -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Heading, 20pt Bold]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[Level 1, no bullet at 20pt]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" marR="0" lvl="0" indent="-18288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[Second level, bullet at 20pt]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" marR="0" lvl="2" indent="-18288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[Third level at 18pt]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82">
            <a:extLst>
              <a:ext uri="{FF2B5EF4-FFF2-40B4-BE49-F238E27FC236}">
                <a16:creationId xmlns:a16="http://schemas.microsoft.com/office/drawing/2014/main" id="{1AF3D4E6-0AD9-A19A-3891-1CF3DAA4CBD2}"/>
              </a:ext>
            </a:extLst>
          </p:cNvPr>
          <p:cNvSpPr/>
          <p:nvPr/>
        </p:nvSpPr>
        <p:spPr>
          <a:xfrm>
            <a:off x="6202521" y="1440894"/>
            <a:ext cx="5284500" cy="91500"/>
          </a:xfrm>
          <a:prstGeom prst="rect">
            <a:avLst/>
          </a:prstGeom>
          <a:gradFill>
            <a:gsLst>
              <a:gs pos="0">
                <a:schemeClr val="accent2"/>
              </a:gs>
              <a:gs pos="30000">
                <a:schemeClr val="accent2"/>
              </a:gs>
              <a:gs pos="90000">
                <a:schemeClr val="accent4"/>
              </a:gs>
              <a:gs pos="100000">
                <a:schemeClr val="accent4"/>
              </a:gs>
            </a:gsLst>
            <a:lin ang="2700006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5" name="Google Shape;925;p82">
            <a:extLst>
              <a:ext uri="{FF2B5EF4-FFF2-40B4-BE49-F238E27FC236}">
                <a16:creationId xmlns:a16="http://schemas.microsoft.com/office/drawing/2014/main" id="{0AF045A0-D99B-E001-F505-582009ED179B}"/>
              </a:ext>
            </a:extLst>
          </p:cNvPr>
          <p:cNvSpPr/>
          <p:nvPr/>
        </p:nvSpPr>
        <p:spPr>
          <a:xfrm>
            <a:off x="709612" y="1440894"/>
            <a:ext cx="5286300" cy="4836000"/>
          </a:xfrm>
          <a:prstGeom prst="round2SameRect">
            <a:avLst>
              <a:gd name="adj1" fmla="val 0"/>
              <a:gd name="adj2" fmla="val 1911"/>
            </a:avLst>
          </a:prstGeom>
          <a:solidFill>
            <a:schemeClr val="lt1"/>
          </a:solidFill>
          <a:ln>
            <a:noFill/>
          </a:ln>
          <a:effectLst>
            <a:outerShdw blurRad="101600" dist="50800" dir="5400000" algn="ctr" rotWithShape="0">
              <a:srgbClr val="000000">
                <a:alpha val="10000"/>
              </a:srgbClr>
            </a:outerShdw>
          </a:effectLst>
        </p:spPr>
        <p:txBody>
          <a:bodyPr spcFirstLastPara="1" wrap="square" lIns="182875" tIns="274300" rIns="91425" bIns="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[Current State - Heading, 20pt Bold]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[Level 1, no bullet at 20pt]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" marR="0" lvl="0" indent="-18288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[Second level, bullet at 20pt]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" marR="0" lvl="2" indent="-18288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[Third level at 18pt]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82">
            <a:extLst>
              <a:ext uri="{FF2B5EF4-FFF2-40B4-BE49-F238E27FC236}">
                <a16:creationId xmlns:a16="http://schemas.microsoft.com/office/drawing/2014/main" id="{1C2DD9B3-1D2D-A69B-7289-F3CCB0585B85}"/>
              </a:ext>
            </a:extLst>
          </p:cNvPr>
          <p:cNvSpPr/>
          <p:nvPr/>
        </p:nvSpPr>
        <p:spPr>
          <a:xfrm>
            <a:off x="711358" y="1440894"/>
            <a:ext cx="5284500" cy="91500"/>
          </a:xfrm>
          <a:prstGeom prst="rect">
            <a:avLst/>
          </a:prstGeom>
          <a:gradFill>
            <a:gsLst>
              <a:gs pos="0">
                <a:srgbClr val="5C00EF"/>
              </a:gs>
              <a:gs pos="30000">
                <a:srgbClr val="5C00EF"/>
              </a:gs>
              <a:gs pos="90000">
                <a:srgbClr val="9C43FE"/>
              </a:gs>
              <a:gs pos="100000">
                <a:srgbClr val="9C43FE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83629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>
          <a:extLst>
            <a:ext uri="{FF2B5EF4-FFF2-40B4-BE49-F238E27FC236}">
              <a16:creationId xmlns:a16="http://schemas.microsoft.com/office/drawing/2014/main" id="{DE9E82A2-BCA3-66EC-C834-E8738167D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0">
            <a:extLst>
              <a:ext uri="{FF2B5EF4-FFF2-40B4-BE49-F238E27FC236}">
                <a16:creationId xmlns:a16="http://schemas.microsoft.com/office/drawing/2014/main" id="{0A49C99E-531E-0694-58CA-262C8B09AE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4900" cy="8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</a:pPr>
            <a:r>
              <a:rPr lang="en-US" dirty="0"/>
              <a:t>Recap</a:t>
            </a:r>
            <a:endParaRPr dirty="0"/>
          </a:p>
        </p:txBody>
      </p:sp>
      <p:sp>
        <p:nvSpPr>
          <p:cNvPr id="478" name="Google Shape;478;p60">
            <a:extLst>
              <a:ext uri="{FF2B5EF4-FFF2-40B4-BE49-F238E27FC236}">
                <a16:creationId xmlns:a16="http://schemas.microsoft.com/office/drawing/2014/main" id="{A66D73F0-A81F-5D26-4609-379A2375722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E06C06E-FFBC-D90F-A9C8-6BEDDE7BA7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919941"/>
              </p:ext>
            </p:extLst>
          </p:nvPr>
        </p:nvGraphicFramePr>
        <p:xfrm>
          <a:off x="684276" y="1399031"/>
          <a:ext cx="10805947" cy="4483455"/>
        </p:xfrm>
        <a:graphic>
          <a:graphicData uri="http://schemas.openxmlformats.org/drawingml/2006/table">
            <a:tbl>
              <a:tblPr firstRow="1" bandRow="1">
                <a:tableStyleId>{B5D8EFF6-B44D-4DDE-AC10-CDF99A9AF206}</a:tableStyleId>
              </a:tblPr>
              <a:tblGrid>
                <a:gridCol w="2351148">
                  <a:extLst>
                    <a:ext uri="{9D8B030D-6E8A-4147-A177-3AD203B41FA5}">
                      <a16:colId xmlns:a16="http://schemas.microsoft.com/office/drawing/2014/main" val="1108827473"/>
                    </a:ext>
                  </a:extLst>
                </a:gridCol>
                <a:gridCol w="4347598">
                  <a:extLst>
                    <a:ext uri="{9D8B030D-6E8A-4147-A177-3AD203B41FA5}">
                      <a16:colId xmlns:a16="http://schemas.microsoft.com/office/drawing/2014/main" val="321092258"/>
                    </a:ext>
                  </a:extLst>
                </a:gridCol>
                <a:gridCol w="4107201">
                  <a:extLst>
                    <a:ext uri="{9D8B030D-6E8A-4147-A177-3AD203B41FA5}">
                      <a16:colId xmlns:a16="http://schemas.microsoft.com/office/drawing/2014/main" val="3775613357"/>
                    </a:ext>
                  </a:extLst>
                </a:gridCol>
              </a:tblGrid>
              <a:tr h="51482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Strategic capability for [Customer’s Name]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Datadog’s 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Others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9919111"/>
                  </a:ext>
                </a:extLst>
              </a:tr>
              <a:tr h="1253983">
                <a:tc>
                  <a:txBody>
                    <a:bodyPr/>
                    <a:lstStyle/>
                    <a:p>
                      <a:r>
                        <a:rPr lang="en-US" dirty="0"/>
                        <a:t>Use Case 1: [Name of use case 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[Description of Datadog advantages with respect to Use Case 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872683"/>
                  </a:ext>
                </a:extLst>
              </a:tr>
              <a:tr h="1355656">
                <a:tc>
                  <a:txBody>
                    <a:bodyPr/>
                    <a:lstStyle/>
                    <a:p>
                      <a:r>
                        <a:rPr lang="en-US" dirty="0"/>
                        <a:t>Use Case 2: [Name of use case 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[Description of Datadog advantages with respect to Use Case 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4777"/>
                  </a:ext>
                </a:extLst>
              </a:tr>
              <a:tr h="1355656">
                <a:tc>
                  <a:txBody>
                    <a:bodyPr/>
                    <a:lstStyle/>
                    <a:p>
                      <a:r>
                        <a:rPr lang="en-US" dirty="0"/>
                        <a:t>Use Case 3: [Name of use case 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[Description of Datadog advantages with respect to Use Case 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7419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50095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>
          <a:extLst>
            <a:ext uri="{FF2B5EF4-FFF2-40B4-BE49-F238E27FC236}">
              <a16:creationId xmlns:a16="http://schemas.microsoft.com/office/drawing/2014/main" id="{699D1DCB-493F-9E39-7979-FF641A4B2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9">
            <a:extLst>
              <a:ext uri="{FF2B5EF4-FFF2-40B4-BE49-F238E27FC236}">
                <a16:creationId xmlns:a16="http://schemas.microsoft.com/office/drawing/2014/main" id="{D464E3A4-7F6C-0701-387C-AEBF295B86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en-US" dirty="0"/>
              <a:t>Takeaways</a:t>
            </a:r>
            <a:endParaRPr dirty="0"/>
          </a:p>
        </p:txBody>
      </p:sp>
      <p:sp>
        <p:nvSpPr>
          <p:cNvPr id="399" name="Google Shape;399;p49">
            <a:extLst>
              <a:ext uri="{FF2B5EF4-FFF2-40B4-BE49-F238E27FC236}">
                <a16:creationId xmlns:a16="http://schemas.microsoft.com/office/drawing/2014/main" id="{B943C690-33E1-9883-14A9-A6713F134AE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00" cy="11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None/>
            </a:pPr>
            <a:r>
              <a:rPr lang="en-US" dirty="0"/>
              <a:t>[Short description of the business value the customer gains; for example, 20% reduction in Mean Time To Detection, Mean Time To Resolution, Mean Time To Remediation, Average Log Cost, Average Switching Tools Cost, Average Inefficiency, or etc.]</a:t>
            </a:r>
            <a:endParaRPr dirty="0"/>
          </a:p>
        </p:txBody>
      </p:sp>
      <p:sp>
        <p:nvSpPr>
          <p:cNvPr id="400" name="Google Shape;400;p49">
            <a:extLst>
              <a:ext uri="{FF2B5EF4-FFF2-40B4-BE49-F238E27FC236}">
                <a16:creationId xmlns:a16="http://schemas.microsoft.com/office/drawing/2014/main" id="{C605EEF4-AEEA-DE10-5A5E-C36ED1354DA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4296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>
          <a:extLst>
            <a:ext uri="{FF2B5EF4-FFF2-40B4-BE49-F238E27FC236}">
              <a16:creationId xmlns:a16="http://schemas.microsoft.com/office/drawing/2014/main" id="{D096E0EC-E27C-4E34-0222-2F0EB5EAB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0">
            <a:extLst>
              <a:ext uri="{FF2B5EF4-FFF2-40B4-BE49-F238E27FC236}">
                <a16:creationId xmlns:a16="http://schemas.microsoft.com/office/drawing/2014/main" id="{0EC8566D-9DED-4C14-4C31-E9F27BD8BF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4900" cy="8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</a:pPr>
            <a:r>
              <a:rPr lang="en-US" dirty="0"/>
              <a:t>Business Values for [Customer’s Name]</a:t>
            </a:r>
            <a:endParaRPr dirty="0"/>
          </a:p>
        </p:txBody>
      </p:sp>
      <p:sp>
        <p:nvSpPr>
          <p:cNvPr id="477" name="Google Shape;477;p60">
            <a:extLst>
              <a:ext uri="{FF2B5EF4-FFF2-40B4-BE49-F238E27FC236}">
                <a16:creationId xmlns:a16="http://schemas.microsoft.com/office/drawing/2014/main" id="{410BD7AF-40D3-A8B3-56BF-A7A138C2F6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4276" y="1399032"/>
            <a:ext cx="10782300" cy="48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en-US" b="1" dirty="0"/>
              <a:t>[Short description of the business value the customer gains; for example, 20% reduction in Mean Time To Detection, Mean Time To Resolution, Mean Time To Remediation, Average Log Cost, Average Switching Tools Cost, Average Inefficiency, or etc. -</a:t>
            </a:r>
            <a:r>
              <a:rPr lang="en-US" dirty="0"/>
              <a:t> </a:t>
            </a:r>
            <a:r>
              <a:rPr lang="en-US" b="1" dirty="0"/>
              <a:t>Heading, 20pt Bold]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dirty="0"/>
              <a:t>[Business Value from three dimensions Process, Productivity, and Price]</a:t>
            </a:r>
            <a:endParaRPr dirty="0"/>
          </a:p>
          <a:p>
            <a:pPr marL="182880" lvl="0" indent="-18288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dirty="0"/>
              <a:t>[Second level, bullet at 20pt]</a:t>
            </a:r>
            <a:endParaRPr dirty="0"/>
          </a:p>
          <a:p>
            <a:pPr marL="365760" lvl="2" indent="-18288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dirty="0"/>
              <a:t>[Third level at 18pt]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8" name="Google Shape;478;p60">
            <a:extLst>
              <a:ext uri="{FF2B5EF4-FFF2-40B4-BE49-F238E27FC236}">
                <a16:creationId xmlns:a16="http://schemas.microsoft.com/office/drawing/2014/main" id="{3F2FED39-C0EC-48DA-D0CE-977F8F4979E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19979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>
          <a:extLst>
            <a:ext uri="{FF2B5EF4-FFF2-40B4-BE49-F238E27FC236}">
              <a16:creationId xmlns:a16="http://schemas.microsoft.com/office/drawing/2014/main" id="{C042B79A-4A60-E2B3-E5E6-86B8F082A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7">
            <a:extLst>
              <a:ext uri="{FF2B5EF4-FFF2-40B4-BE49-F238E27FC236}">
                <a16:creationId xmlns:a16="http://schemas.microsoft.com/office/drawing/2014/main" id="{8D363C2C-FFC0-6102-1C6A-82FA1D14EF3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457" name="Google Shape;457;p57">
            <a:extLst>
              <a:ext uri="{FF2B5EF4-FFF2-40B4-BE49-F238E27FC236}">
                <a16:creationId xmlns:a16="http://schemas.microsoft.com/office/drawing/2014/main" id="{DBA006F5-1242-E03A-7F48-BDB9014DB025}"/>
              </a:ext>
            </a:extLst>
          </p:cNvPr>
          <p:cNvSpPr txBox="1"/>
          <p:nvPr/>
        </p:nvSpPr>
        <p:spPr>
          <a:xfrm>
            <a:off x="693736" y="1427163"/>
            <a:ext cx="10794900" cy="40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5400" b="1" i="0" u="none" strike="noStrike" cap="none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Relatable Customer Success &amp; Next Steps for [Customer’s Name]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4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[Subtitle, 24pt Normal]</a:t>
            </a:r>
            <a:endParaRPr lang="en-US" sz="5400" b="1" i="0" u="none" strike="noStrike" cap="none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9051166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0">
          <a:extLst>
            <a:ext uri="{FF2B5EF4-FFF2-40B4-BE49-F238E27FC236}">
              <a16:creationId xmlns:a16="http://schemas.microsoft.com/office/drawing/2014/main" id="{F2D1057D-529F-9017-7E44-C4E62C337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83">
            <a:extLst>
              <a:ext uri="{FF2B5EF4-FFF2-40B4-BE49-F238E27FC236}">
                <a16:creationId xmlns:a16="http://schemas.microsoft.com/office/drawing/2014/main" id="{4A23FC0B-EA87-69BC-AA96-E707C91F6E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4900" cy="8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</a:pPr>
            <a:r>
              <a:rPr lang="en-US" dirty="0"/>
              <a:t>Next steps</a:t>
            </a:r>
            <a:endParaRPr dirty="0"/>
          </a:p>
        </p:txBody>
      </p:sp>
      <p:sp>
        <p:nvSpPr>
          <p:cNvPr id="932" name="Google Shape;932;p83">
            <a:extLst>
              <a:ext uri="{FF2B5EF4-FFF2-40B4-BE49-F238E27FC236}">
                <a16:creationId xmlns:a16="http://schemas.microsoft.com/office/drawing/2014/main" id="{1B8A456F-97B5-01C5-CF87-33A5875D5F3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933" name="Google Shape;933;p83">
            <a:extLst>
              <a:ext uri="{FF2B5EF4-FFF2-40B4-BE49-F238E27FC236}">
                <a16:creationId xmlns:a16="http://schemas.microsoft.com/office/drawing/2014/main" id="{49150FED-E552-5827-1D22-4E31B3ED16F0}"/>
              </a:ext>
            </a:extLst>
          </p:cNvPr>
          <p:cNvSpPr/>
          <p:nvPr/>
        </p:nvSpPr>
        <p:spPr>
          <a:xfrm>
            <a:off x="4374358" y="1440894"/>
            <a:ext cx="3457500" cy="4836000"/>
          </a:xfrm>
          <a:prstGeom prst="round2SameRect">
            <a:avLst>
              <a:gd name="adj1" fmla="val 0"/>
              <a:gd name="adj2" fmla="val 3112"/>
            </a:avLst>
          </a:prstGeom>
          <a:solidFill>
            <a:schemeClr val="lt1"/>
          </a:solidFill>
          <a:ln>
            <a:noFill/>
          </a:ln>
          <a:effectLst>
            <a:outerShdw blurRad="101600" dist="50800" dir="5400000" algn="ctr" rotWithShape="0">
              <a:srgbClr val="000000">
                <a:alpha val="10000"/>
              </a:srgbClr>
            </a:outerShdw>
          </a:effectLst>
        </p:spPr>
        <p:txBody>
          <a:bodyPr spcFirstLastPara="1" wrap="square" lIns="182875" tIns="274300" rIns="91425" bIns="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Strategic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Could offer “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Observability Maturity Assessment” workshop”, “Value Assessment” workshop, or another strategic non-technical in-nature workshop - Level 1, no bullet at 18pt]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" marR="0" lvl="1" indent="-18288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[Second level, bullet 18pt]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" marR="0" lvl="2" indent="-18288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[Third level at 16pt]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83">
            <a:extLst>
              <a:ext uri="{FF2B5EF4-FFF2-40B4-BE49-F238E27FC236}">
                <a16:creationId xmlns:a16="http://schemas.microsoft.com/office/drawing/2014/main" id="{9B02E25A-6CFA-FE81-465D-85F7F88D3DBD}"/>
              </a:ext>
            </a:extLst>
          </p:cNvPr>
          <p:cNvSpPr/>
          <p:nvPr/>
        </p:nvSpPr>
        <p:spPr>
          <a:xfrm>
            <a:off x="4375500" y="1440894"/>
            <a:ext cx="3456300" cy="91500"/>
          </a:xfrm>
          <a:prstGeom prst="rect">
            <a:avLst/>
          </a:prstGeom>
          <a:gradFill>
            <a:gsLst>
              <a:gs pos="0">
                <a:schemeClr val="accent2"/>
              </a:gs>
              <a:gs pos="30000">
                <a:schemeClr val="accent2"/>
              </a:gs>
              <a:gs pos="90000">
                <a:schemeClr val="accent4"/>
              </a:gs>
              <a:gs pos="100000">
                <a:schemeClr val="accent4"/>
              </a:gs>
            </a:gsLst>
            <a:lin ang="2700006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5" name="Google Shape;935;p83">
            <a:extLst>
              <a:ext uri="{FF2B5EF4-FFF2-40B4-BE49-F238E27FC236}">
                <a16:creationId xmlns:a16="http://schemas.microsoft.com/office/drawing/2014/main" id="{6DD91F34-AB2E-95C0-31D0-F7A53035EF65}"/>
              </a:ext>
            </a:extLst>
          </p:cNvPr>
          <p:cNvSpPr/>
          <p:nvPr/>
        </p:nvSpPr>
        <p:spPr>
          <a:xfrm>
            <a:off x="8024813" y="1440894"/>
            <a:ext cx="3457500" cy="4836000"/>
          </a:xfrm>
          <a:prstGeom prst="round2SameRect">
            <a:avLst>
              <a:gd name="adj1" fmla="val 0"/>
              <a:gd name="adj2" fmla="val 3112"/>
            </a:avLst>
          </a:prstGeom>
          <a:solidFill>
            <a:schemeClr val="lt1"/>
          </a:solidFill>
          <a:ln>
            <a:noFill/>
          </a:ln>
          <a:effectLst>
            <a:outerShdw blurRad="101600" dist="50800" dir="5400000" algn="ctr" rotWithShape="0">
              <a:srgbClr val="000000">
                <a:alpha val="10000"/>
              </a:srgbClr>
            </a:outerShdw>
          </a:effectLst>
        </p:spPr>
        <p:txBody>
          <a:bodyPr spcFirstLastPara="1" wrap="square" lIns="182875" tIns="274300" rIns="91425" bIns="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Technical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[Could offer ”Technical Deep Dive discussion”, “PoC planning session”, “Success criteria scoping workshop”, or another technical in-nature workshop - Level 1, no bullet at 18pt]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" marR="0" lvl="1" indent="-18288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[Second level, bullet 18pt]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" marR="0" lvl="2" indent="-18288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[Third level at 16pt]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83">
            <a:extLst>
              <a:ext uri="{FF2B5EF4-FFF2-40B4-BE49-F238E27FC236}">
                <a16:creationId xmlns:a16="http://schemas.microsoft.com/office/drawing/2014/main" id="{F4779754-53F9-D99B-B92C-520F26B3CC32}"/>
              </a:ext>
            </a:extLst>
          </p:cNvPr>
          <p:cNvSpPr/>
          <p:nvPr/>
        </p:nvSpPr>
        <p:spPr>
          <a:xfrm>
            <a:off x="8025955" y="1440894"/>
            <a:ext cx="3456300" cy="91500"/>
          </a:xfrm>
          <a:prstGeom prst="rect">
            <a:avLst/>
          </a:prstGeom>
          <a:gradFill>
            <a:gsLst>
              <a:gs pos="0">
                <a:schemeClr val="dk2"/>
              </a:gs>
              <a:gs pos="90000">
                <a:srgbClr val="FF0080"/>
              </a:gs>
              <a:gs pos="100000">
                <a:srgbClr val="FF0080"/>
              </a:gs>
            </a:gsLst>
            <a:lin ang="2700006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7" name="Google Shape;937;p83">
            <a:extLst>
              <a:ext uri="{FF2B5EF4-FFF2-40B4-BE49-F238E27FC236}">
                <a16:creationId xmlns:a16="http://schemas.microsoft.com/office/drawing/2014/main" id="{B35A3AF6-5608-66D6-955C-9094E8C9421B}"/>
              </a:ext>
            </a:extLst>
          </p:cNvPr>
          <p:cNvSpPr/>
          <p:nvPr/>
        </p:nvSpPr>
        <p:spPr>
          <a:xfrm>
            <a:off x="709613" y="1440894"/>
            <a:ext cx="3457500" cy="4836000"/>
          </a:xfrm>
          <a:prstGeom prst="round2SameRect">
            <a:avLst>
              <a:gd name="adj1" fmla="val 0"/>
              <a:gd name="adj2" fmla="val 3112"/>
            </a:avLst>
          </a:prstGeom>
          <a:solidFill>
            <a:schemeClr val="lt1"/>
          </a:solidFill>
          <a:ln>
            <a:noFill/>
          </a:ln>
          <a:effectLst>
            <a:outerShdw blurRad="101600" dist="50800" dir="5400000" algn="ctr" rotWithShape="0">
              <a:srgbClr val="000000">
                <a:alpha val="10000"/>
              </a:srgbClr>
            </a:outerShdw>
          </a:effectLst>
        </p:spPr>
        <p:txBody>
          <a:bodyPr spcFirstLastPara="1" wrap="square" lIns="182875" tIns="274300" rIns="91425" bIns="0" anchor="t" anchorCtr="0">
            <a:noAutofit/>
          </a:bodyPr>
          <a:lstStyle/>
          <a:p>
            <a:pPr lvl="0">
              <a:lnSpc>
                <a:spcPct val="114000"/>
              </a:lnSpc>
              <a:buClr>
                <a:schemeClr val="dk1"/>
              </a:buClr>
              <a:buSzPts val="1800"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[Name of a customer success story from similar or </a:t>
            </a:r>
            <a:r>
              <a:rPr lang="en-US" sz="1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relatable industry – look up </a:t>
            </a:r>
            <a:r>
              <a:rPr lang="en-US" sz="1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https://www.datadoghq.com/customers/</a:t>
            </a:r>
            <a:r>
              <a:rPr lang="en-US" sz="1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for the customer success story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Heading, 18pt Bold]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[Explain Why Datadog - Level 1, no bullet at 18pt]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" marR="0" lvl="1" indent="-18288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[Second level, bullet 18pt]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" marR="0" lvl="2" indent="-18288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[Third level at 16pt]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83">
            <a:extLst>
              <a:ext uri="{FF2B5EF4-FFF2-40B4-BE49-F238E27FC236}">
                <a16:creationId xmlns:a16="http://schemas.microsoft.com/office/drawing/2014/main" id="{3610AB3D-418A-4ED3-046E-BD4D3358331D}"/>
              </a:ext>
            </a:extLst>
          </p:cNvPr>
          <p:cNvSpPr/>
          <p:nvPr/>
        </p:nvSpPr>
        <p:spPr>
          <a:xfrm>
            <a:off x="710755" y="1440894"/>
            <a:ext cx="3456300" cy="91500"/>
          </a:xfrm>
          <a:prstGeom prst="rect">
            <a:avLst/>
          </a:prstGeom>
          <a:gradFill>
            <a:gsLst>
              <a:gs pos="0">
                <a:srgbClr val="5C00EF"/>
              </a:gs>
              <a:gs pos="30000">
                <a:srgbClr val="5C00EF"/>
              </a:gs>
              <a:gs pos="90000">
                <a:srgbClr val="9C43FE"/>
              </a:gs>
              <a:gs pos="100000">
                <a:srgbClr val="9C43FE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849121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9" name="Google Shape;3689;p205"/>
          <p:cNvSpPr txBox="1">
            <a:spLocks noGrp="1"/>
          </p:cNvSpPr>
          <p:nvPr>
            <p:ph type="title"/>
          </p:nvPr>
        </p:nvSpPr>
        <p:spPr>
          <a:xfrm>
            <a:off x="703262" y="753444"/>
            <a:ext cx="10785600" cy="15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Roboto Medium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3690" name="Google Shape;3690;p205"/>
          <p:cNvSpPr txBox="1">
            <a:spLocks noGrp="1"/>
          </p:cNvSpPr>
          <p:nvPr>
            <p:ph type="subTitle" idx="1"/>
          </p:nvPr>
        </p:nvSpPr>
        <p:spPr>
          <a:xfrm>
            <a:off x="703260" y="2278063"/>
            <a:ext cx="10785600" cy="9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/>
              <a:t>[Name of the Account Executive]</a:t>
            </a:r>
          </a:p>
          <a:p>
            <a:pPr marL="0" lvl="0" indent="0"/>
            <a:r>
              <a:rPr lang="en-US" dirty="0"/>
              <a:t>[Name of the Sales Engineer in most cases would by Jek Bao Choo]</a:t>
            </a:r>
          </a:p>
          <a:p>
            <a:pPr marL="0" lvl="0" indent="0"/>
            <a:endParaRPr lang="en-US" dirty="0"/>
          </a:p>
          <a:p>
            <a:pPr marL="0" lvl="0" indent="0"/>
            <a:r>
              <a:rPr lang="en-US" dirty="0"/>
              <a:t>[Today’s Date]</a:t>
            </a:r>
          </a:p>
        </p:txBody>
      </p:sp>
    </p:spTree>
    <p:extLst>
      <p:ext uri="{BB962C8B-B14F-4D97-AF65-F5344CB8AC3E}">
        <p14:creationId xmlns:p14="http://schemas.microsoft.com/office/powerpoint/2010/main" val="4215270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5" name="Google Shape;3695;p206"/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en-US" dirty="0"/>
              <a:t>[Referenceable resource slides if any – optional]</a:t>
            </a:r>
            <a:endParaRPr dirty="0"/>
          </a:p>
        </p:txBody>
      </p:sp>
      <p:sp>
        <p:nvSpPr>
          <p:cNvPr id="3696" name="Google Shape;3696;p206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26 template">
  <a:themeElements>
    <a:clrScheme name="2025_DD_v1">
      <a:dk1>
        <a:srgbClr val="000000"/>
      </a:dk1>
      <a:lt1>
        <a:srgbClr val="FFFFFF"/>
      </a:lt1>
      <a:dk2>
        <a:srgbClr val="8000FF"/>
      </a:dk2>
      <a:lt2>
        <a:srgbClr val="C7C7C7"/>
      </a:lt2>
      <a:accent1>
        <a:srgbClr val="00E37D"/>
      </a:accent1>
      <a:accent2>
        <a:srgbClr val="0060FF"/>
      </a:accent2>
      <a:accent3>
        <a:srgbClr val="FF5E00"/>
      </a:accent3>
      <a:accent4>
        <a:srgbClr val="00CAFF"/>
      </a:accent4>
      <a:accent5>
        <a:srgbClr val="FF9B00"/>
      </a:accent5>
      <a:accent6>
        <a:srgbClr val="FF0080"/>
      </a:accent6>
      <a:hlink>
        <a:srgbClr val="8000FF"/>
      </a:hlink>
      <a:folHlink>
        <a:srgbClr val="5C00E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1053</TotalTime>
  <Words>1343</Words>
  <Application>Microsoft Macintosh PowerPoint</Application>
  <PresentationFormat>Widescreen</PresentationFormat>
  <Paragraphs>142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Roboto</vt:lpstr>
      <vt:lpstr>Calibri</vt:lpstr>
      <vt:lpstr>Roboto Mono</vt:lpstr>
      <vt:lpstr>Roboto Medium</vt:lpstr>
      <vt:lpstr>2026 template</vt:lpstr>
      <vt:lpstr>[Customer/Prospect’s Name] &amp; Datadog</vt:lpstr>
      <vt:lpstr>Agenda</vt:lpstr>
      <vt:lpstr>[Top three challenges]</vt:lpstr>
      <vt:lpstr>[Top three use cases to address the challenges]</vt:lpstr>
      <vt:lpstr>Current State vs. Target State</vt:lpstr>
      <vt:lpstr>Use Case 1</vt:lpstr>
      <vt:lpstr>[Name of Use Case 1 - Slide Title, 36pt Bold]</vt:lpstr>
      <vt:lpstr>Use Case 2</vt:lpstr>
      <vt:lpstr>[Name of Use Case 2 - Slide Title, 36pt Bold]</vt:lpstr>
      <vt:lpstr>Use Case 3</vt:lpstr>
      <vt:lpstr>[Name of Use Case 3 - Slide Title, 36pt Bold]</vt:lpstr>
      <vt:lpstr>Recap</vt:lpstr>
      <vt:lpstr>[Customer’s Name]’s Current State vs. Target State</vt:lpstr>
      <vt:lpstr>Recap</vt:lpstr>
      <vt:lpstr>Takeaways</vt:lpstr>
      <vt:lpstr>Business Values for [Customer’s Name]</vt:lpstr>
      <vt:lpstr>PowerPoint Presentation</vt:lpstr>
      <vt:lpstr>Next steps</vt:lpstr>
      <vt:lpstr>Thank you</vt:lpstr>
      <vt:lpstr>[Referenceable resource slides if any – optional]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Jek Bao Choo</cp:lastModifiedBy>
  <cp:revision>9</cp:revision>
  <dcterms:modified xsi:type="dcterms:W3CDTF">2026-07-21T03:37:36Z</dcterms:modified>
</cp:coreProperties>
</file>
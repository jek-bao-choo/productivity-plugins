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1" r:id="rId1"/>
  </p:sldMasterIdLst>
  <p:notesMasterIdLst>
    <p:notesMasterId r:id="rId21"/>
  </p:notesMasterIdLst>
  <p:sldIdLst>
    <p:sldId id="260" r:id="rId2"/>
    <p:sldId id="261" r:id="rId3"/>
    <p:sldId id="262" r:id="rId4"/>
    <p:sldId id="263" r:id="rId5"/>
    <p:sldId id="265" r:id="rId6"/>
    <p:sldId id="297" r:id="rId7"/>
    <p:sldId id="298" r:id="rId8"/>
    <p:sldId id="264" r:id="rId9"/>
    <p:sldId id="299" r:id="rId10"/>
    <p:sldId id="266" r:id="rId11"/>
    <p:sldId id="300" r:id="rId12"/>
    <p:sldId id="301" r:id="rId13"/>
    <p:sldId id="302" r:id="rId14"/>
    <p:sldId id="303" r:id="rId15"/>
    <p:sldId id="271" r:id="rId16"/>
    <p:sldId id="272" r:id="rId17"/>
    <p:sldId id="296" r:id="rId18"/>
    <p:sldId id="273" r:id="rId19"/>
    <p:sldId id="274" r:id="rId20"/>
  </p:sldIdLst>
  <p:sldSz cx="12192000" cy="6858000"/>
  <p:notesSz cx="6858000" cy="9144000"/>
  <p:embeddedFontLst>
    <p:embeddedFont>
      <p:font typeface="Roboto" panose="02000000000000000000" pitchFamily="2" charset="0"/>
      <p:regular r:id="rId22"/>
      <p:bold r:id="rId23"/>
      <p:italic r:id="rId24"/>
      <p:boldItalic r:id="rId25"/>
    </p:embeddedFont>
    <p:embeddedFont>
      <p:font typeface="Roboto Medium" panose="02000000000000000000" pitchFamily="2" charset="0"/>
      <p:regular r:id="rId26"/>
      <p:italic r:id="rId27"/>
    </p:embeddedFont>
    <p:embeddedFont>
      <p:font typeface="Roboto Mono" pitchFamily="49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7843EF-0E90-4D34-8C4D-87C986F2A339}">
  <a:tblStyle styleId="{4E7843EF-0E90-4D34-8C4D-87C986F2A33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5"/>
    <p:restoredTop sz="94658"/>
  </p:normalViewPr>
  <p:slideViewPr>
    <p:cSldViewPr snapToGrid="0">
      <p:cViewPr varScale="1">
        <p:scale>
          <a:sx n="120" d="100"/>
          <a:sy n="120" d="100"/>
        </p:scale>
        <p:origin x="384" y="19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9dc29321b6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00" name="Google Shape;300;g39dc29321b6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9dc29321b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" name="Google Shape;308;g39dc29321b6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9" name="Google Shape;309;g39dc29321b6_0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9dc29321b6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g39dc29321b6_0_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5" name="Google Shape;335;g39dc29321b6_0_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9dc29321b6_0_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9dc29321b6_0_5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39dc29321b6_0_5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99b150ad3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99b150ad3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9b5d61b5f_1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f9b5d61b5f_1_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g3f9b5d61b5f_1_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9dc29321b6_0_4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0" name="Google Shape;370;g39dc29321b6_0_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9dc29321b6_0_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6" name="Google Shape;386;g39dc29321b6_0_5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7" name="Google Shape;387;g39dc29321b6_0_5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9b5d61b5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3" name="Google Shape;403;g3f9b5d61b5f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4" name="Google Shape;404;g3f9b5d61b5f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9b5d61b5f_1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10" name="Google Shape;410;g3f9b5d61b5f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f9b5d61b5f_1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31" name="Google Shape;431;g3f9b5d61b5f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f9b5d61b5f_1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38" name="Google Shape;438;g3f9b5d61b5f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9b5d61b5f_1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49" name="Google Shape;449;g3f9b5d61b5f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f9b5d61b5f_1_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g3f9b5d61b5f_1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f9b5d61b5f_1_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62" name="Google Shape;462;g3f9b5d61b5f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f9b5d61b5f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9" name="Google Shape;489;g3f9b5d61b5f_1_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0" name="Google Shape;490;g3f9b5d61b5f_1_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>
          <a:extLst>
            <a:ext uri="{FF2B5EF4-FFF2-40B4-BE49-F238E27FC236}">
              <a16:creationId xmlns:a16="http://schemas.microsoft.com/office/drawing/2014/main" id="{05D11370-7E3F-48A4-C397-5F94331BA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90e5ad9e5b_0_77:notes">
            <a:extLst>
              <a:ext uri="{FF2B5EF4-FFF2-40B4-BE49-F238E27FC236}">
                <a16:creationId xmlns:a16="http://schemas.microsoft.com/office/drawing/2014/main" id="{00394BE0-2C53-66DA-B95F-43F30BA34C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390e5ad9e5b_0_77:notes">
            <a:extLst>
              <a:ext uri="{FF2B5EF4-FFF2-40B4-BE49-F238E27FC236}">
                <a16:creationId xmlns:a16="http://schemas.microsoft.com/office/drawing/2014/main" id="{4D946316-1D13-B655-1E54-67DBFEE989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g390e5ad9e5b_0_77:notes">
            <a:extLst>
              <a:ext uri="{FF2B5EF4-FFF2-40B4-BE49-F238E27FC236}">
                <a16:creationId xmlns:a16="http://schemas.microsoft.com/office/drawing/2014/main" id="{FCF2F8BA-5DDE-E393-032A-F51D98C6DF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66282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9dc29321b6_0_5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6" name="Google Shape;496;g39dc29321b6_0_5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7" name="Google Shape;497;g39dc29321b6_0_5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9dc29321b6_0_5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3" name="Google Shape;513;g39dc29321b6_0_5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 txBox="1">
            <a:spLocks noGrp="1"/>
          </p:cNvSpPr>
          <p:nvPr>
            <p:ph type="subTitle" idx="1"/>
          </p:nvPr>
        </p:nvSpPr>
        <p:spPr>
          <a:xfrm>
            <a:off x="703260" y="1888332"/>
            <a:ext cx="10785600" cy="9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title"/>
          </p:nvPr>
        </p:nvSpPr>
        <p:spPr>
          <a:xfrm>
            <a:off x="703250" y="601047"/>
            <a:ext cx="10785600" cy="8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Roboto Medium"/>
              <a:buNone/>
              <a:defRPr sz="7200" b="1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"/>
          <p:cNvSpPr txBox="1">
            <a:spLocks noGrp="1"/>
          </p:cNvSpPr>
          <p:nvPr>
            <p:ph type="body" idx="2"/>
          </p:nvPr>
        </p:nvSpPr>
        <p:spPr>
          <a:xfrm>
            <a:off x="703261" y="326571"/>
            <a:ext cx="10785477" cy="321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10202152" y="4969092"/>
            <a:ext cx="1371790" cy="1371150"/>
          </a:xfrm>
          <a:custGeom>
            <a:avLst/>
            <a:gdLst/>
            <a:ahLst/>
            <a:cxnLst/>
            <a:rect l="l" t="t" r="r" b="b"/>
            <a:pathLst>
              <a:path w="685895" h="685575" extrusionOk="0">
                <a:moveTo>
                  <a:pt x="398907" y="598801"/>
                </a:moveTo>
                <a:lnTo>
                  <a:pt x="398907" y="668239"/>
                </a:lnTo>
                <a:lnTo>
                  <a:pt x="421481" y="668239"/>
                </a:lnTo>
                <a:cubicBezTo>
                  <a:pt x="442722" y="668239"/>
                  <a:pt x="453390" y="655761"/>
                  <a:pt x="453390" y="630710"/>
                </a:cubicBezTo>
                <a:cubicBezTo>
                  <a:pt x="453390" y="609469"/>
                  <a:pt x="442722" y="598801"/>
                  <a:pt x="421481" y="598801"/>
                </a:cubicBezTo>
                <a:close/>
                <a:moveTo>
                  <a:pt x="19050" y="598801"/>
                </a:moveTo>
                <a:lnTo>
                  <a:pt x="19050" y="668239"/>
                </a:lnTo>
                <a:lnTo>
                  <a:pt x="41624" y="668239"/>
                </a:lnTo>
                <a:cubicBezTo>
                  <a:pt x="62865" y="668239"/>
                  <a:pt x="73533" y="655761"/>
                  <a:pt x="73533" y="630710"/>
                </a:cubicBezTo>
                <a:cubicBezTo>
                  <a:pt x="73533" y="609469"/>
                  <a:pt x="62865" y="598801"/>
                  <a:pt x="41624" y="598801"/>
                </a:cubicBezTo>
                <a:close/>
                <a:moveTo>
                  <a:pt x="536829" y="598135"/>
                </a:moveTo>
                <a:cubicBezTo>
                  <a:pt x="516160" y="598135"/>
                  <a:pt x="505016" y="609851"/>
                  <a:pt x="505016" y="633282"/>
                </a:cubicBezTo>
                <a:cubicBezTo>
                  <a:pt x="505016" y="656714"/>
                  <a:pt x="515588" y="669001"/>
                  <a:pt x="536829" y="669001"/>
                </a:cubicBezTo>
                <a:cubicBezTo>
                  <a:pt x="557498" y="669001"/>
                  <a:pt x="567786" y="657095"/>
                  <a:pt x="567786" y="633282"/>
                </a:cubicBezTo>
                <a:cubicBezTo>
                  <a:pt x="567786" y="609470"/>
                  <a:pt x="557498" y="598135"/>
                  <a:pt x="536829" y="598135"/>
                </a:cubicBezTo>
                <a:close/>
                <a:moveTo>
                  <a:pt x="379857" y="582323"/>
                </a:moveTo>
                <a:lnTo>
                  <a:pt x="424339" y="582323"/>
                </a:lnTo>
                <a:cubicBezTo>
                  <a:pt x="456438" y="582323"/>
                  <a:pt x="472440" y="598420"/>
                  <a:pt x="472440" y="630710"/>
                </a:cubicBezTo>
                <a:cubicBezTo>
                  <a:pt x="472440" y="666715"/>
                  <a:pt x="456438" y="684717"/>
                  <a:pt x="424339" y="684717"/>
                </a:cubicBezTo>
                <a:lnTo>
                  <a:pt x="379857" y="684717"/>
                </a:lnTo>
                <a:close/>
                <a:moveTo>
                  <a:pt x="302323" y="582323"/>
                </a:moveTo>
                <a:lnTo>
                  <a:pt x="322802" y="582323"/>
                </a:lnTo>
                <a:lnTo>
                  <a:pt x="367284" y="684717"/>
                </a:lnTo>
                <a:lnTo>
                  <a:pt x="346805" y="684717"/>
                </a:lnTo>
                <a:lnTo>
                  <a:pt x="333946" y="656809"/>
                </a:lnTo>
                <a:lnTo>
                  <a:pt x="301085" y="656809"/>
                </a:lnTo>
                <a:lnTo>
                  <a:pt x="307562" y="640330"/>
                </a:lnTo>
                <a:lnTo>
                  <a:pt x="328898" y="640330"/>
                </a:lnTo>
                <a:lnTo>
                  <a:pt x="312134" y="601849"/>
                </a:lnTo>
                <a:lnTo>
                  <a:pt x="278320" y="684717"/>
                </a:lnTo>
                <a:lnTo>
                  <a:pt x="258794" y="684717"/>
                </a:lnTo>
                <a:close/>
                <a:moveTo>
                  <a:pt x="190691" y="582323"/>
                </a:moveTo>
                <a:lnTo>
                  <a:pt x="268605" y="582323"/>
                </a:lnTo>
                <a:lnTo>
                  <a:pt x="268605" y="598801"/>
                </a:lnTo>
                <a:lnTo>
                  <a:pt x="239173" y="598801"/>
                </a:lnTo>
                <a:lnTo>
                  <a:pt x="239173" y="684717"/>
                </a:lnTo>
                <a:lnTo>
                  <a:pt x="220123" y="684717"/>
                </a:lnTo>
                <a:lnTo>
                  <a:pt x="220123" y="598801"/>
                </a:lnTo>
                <a:lnTo>
                  <a:pt x="190691" y="598801"/>
                </a:lnTo>
                <a:close/>
                <a:moveTo>
                  <a:pt x="136493" y="582323"/>
                </a:moveTo>
                <a:lnTo>
                  <a:pt x="156972" y="582323"/>
                </a:lnTo>
                <a:lnTo>
                  <a:pt x="201454" y="684717"/>
                </a:lnTo>
                <a:lnTo>
                  <a:pt x="180975" y="684717"/>
                </a:lnTo>
                <a:lnTo>
                  <a:pt x="168116" y="656809"/>
                </a:lnTo>
                <a:lnTo>
                  <a:pt x="135255" y="656809"/>
                </a:lnTo>
                <a:lnTo>
                  <a:pt x="141827" y="640330"/>
                </a:lnTo>
                <a:lnTo>
                  <a:pt x="163068" y="640330"/>
                </a:lnTo>
                <a:lnTo>
                  <a:pt x="146304" y="601849"/>
                </a:lnTo>
                <a:lnTo>
                  <a:pt x="112490" y="684717"/>
                </a:lnTo>
                <a:lnTo>
                  <a:pt x="92964" y="684717"/>
                </a:lnTo>
                <a:close/>
                <a:moveTo>
                  <a:pt x="0" y="582323"/>
                </a:moveTo>
                <a:lnTo>
                  <a:pt x="44482" y="582323"/>
                </a:lnTo>
                <a:cubicBezTo>
                  <a:pt x="76486" y="582323"/>
                  <a:pt x="92583" y="598420"/>
                  <a:pt x="92583" y="630710"/>
                </a:cubicBezTo>
                <a:cubicBezTo>
                  <a:pt x="92583" y="666715"/>
                  <a:pt x="76581" y="684717"/>
                  <a:pt x="44482" y="684717"/>
                </a:cubicBezTo>
                <a:lnTo>
                  <a:pt x="0" y="684717"/>
                </a:lnTo>
                <a:close/>
                <a:moveTo>
                  <a:pt x="536829" y="581657"/>
                </a:moveTo>
                <a:cubicBezTo>
                  <a:pt x="571214" y="581657"/>
                  <a:pt x="587502" y="598992"/>
                  <a:pt x="587502" y="633759"/>
                </a:cubicBezTo>
                <a:cubicBezTo>
                  <a:pt x="587502" y="668525"/>
                  <a:pt x="570643" y="685575"/>
                  <a:pt x="536829" y="685575"/>
                </a:cubicBezTo>
                <a:cubicBezTo>
                  <a:pt x="503015" y="685575"/>
                  <a:pt x="486823" y="668334"/>
                  <a:pt x="485299" y="633759"/>
                </a:cubicBezTo>
                <a:cubicBezTo>
                  <a:pt x="485299" y="599088"/>
                  <a:pt x="502444" y="581657"/>
                  <a:pt x="536829" y="581657"/>
                </a:cubicBezTo>
                <a:close/>
                <a:moveTo>
                  <a:pt x="655796" y="581561"/>
                </a:moveTo>
                <a:cubicBezTo>
                  <a:pt x="667035" y="581561"/>
                  <a:pt x="677037" y="583276"/>
                  <a:pt x="685895" y="586609"/>
                </a:cubicBezTo>
                <a:lnTo>
                  <a:pt x="685895" y="603850"/>
                </a:lnTo>
                <a:cubicBezTo>
                  <a:pt x="677037" y="600040"/>
                  <a:pt x="667512" y="598135"/>
                  <a:pt x="657225" y="598135"/>
                </a:cubicBezTo>
                <a:cubicBezTo>
                  <a:pt x="632555" y="598135"/>
                  <a:pt x="620268" y="609469"/>
                  <a:pt x="620268" y="632139"/>
                </a:cubicBezTo>
                <a:cubicBezTo>
                  <a:pt x="620268" y="656713"/>
                  <a:pt x="631888" y="669001"/>
                  <a:pt x="655129" y="669001"/>
                </a:cubicBezTo>
                <a:cubicBezTo>
                  <a:pt x="658558" y="669001"/>
                  <a:pt x="662464" y="668429"/>
                  <a:pt x="666845" y="667286"/>
                </a:cubicBezTo>
                <a:lnTo>
                  <a:pt x="666845" y="643283"/>
                </a:lnTo>
                <a:lnTo>
                  <a:pt x="648843" y="643283"/>
                </a:lnTo>
                <a:lnTo>
                  <a:pt x="655224" y="626424"/>
                </a:lnTo>
                <a:lnTo>
                  <a:pt x="685895" y="626424"/>
                </a:lnTo>
                <a:lnTo>
                  <a:pt x="685895" y="679954"/>
                </a:lnTo>
                <a:cubicBezTo>
                  <a:pt x="677608" y="683574"/>
                  <a:pt x="667321" y="685384"/>
                  <a:pt x="654843" y="685384"/>
                </a:cubicBezTo>
                <a:cubicBezTo>
                  <a:pt x="618648" y="685384"/>
                  <a:pt x="600551" y="667572"/>
                  <a:pt x="600551" y="632044"/>
                </a:cubicBezTo>
                <a:cubicBezTo>
                  <a:pt x="600551" y="598420"/>
                  <a:pt x="619030" y="581561"/>
                  <a:pt x="655796" y="581561"/>
                </a:cubicBezTo>
                <a:close/>
                <a:moveTo>
                  <a:pt x="566452" y="301431"/>
                </a:moveTo>
                <a:lnTo>
                  <a:pt x="528638" y="380679"/>
                </a:lnTo>
                <a:lnTo>
                  <a:pt x="478917" y="347913"/>
                </a:lnTo>
                <a:lnTo>
                  <a:pt x="437388" y="417160"/>
                </a:lnTo>
                <a:lnTo>
                  <a:pt x="389097" y="403063"/>
                </a:lnTo>
                <a:lnTo>
                  <a:pt x="346615" y="467833"/>
                </a:lnTo>
                <a:lnTo>
                  <a:pt x="348806" y="488216"/>
                </a:lnTo>
                <a:lnTo>
                  <a:pt x="348901" y="488311"/>
                </a:lnTo>
                <a:lnTo>
                  <a:pt x="579882" y="445735"/>
                </a:lnTo>
                <a:close/>
                <a:moveTo>
                  <a:pt x="580263" y="271808"/>
                </a:moveTo>
                <a:lnTo>
                  <a:pt x="580358" y="271903"/>
                </a:lnTo>
                <a:lnTo>
                  <a:pt x="595789" y="459355"/>
                </a:lnTo>
                <a:lnTo>
                  <a:pt x="335661" y="506218"/>
                </a:lnTo>
                <a:lnTo>
                  <a:pt x="313182" y="318481"/>
                </a:lnTo>
                <a:lnTo>
                  <a:pt x="350235" y="313432"/>
                </a:lnTo>
                <a:cubicBezTo>
                  <a:pt x="356140" y="316099"/>
                  <a:pt x="360331" y="317147"/>
                  <a:pt x="367570" y="318957"/>
                </a:cubicBezTo>
                <a:cubicBezTo>
                  <a:pt x="378810" y="321814"/>
                  <a:pt x="391764" y="324577"/>
                  <a:pt x="410909" y="314956"/>
                </a:cubicBezTo>
                <a:cubicBezTo>
                  <a:pt x="415386" y="312670"/>
                  <a:pt x="424720" y="304193"/>
                  <a:pt x="428435" y="299335"/>
                </a:cubicBezTo>
                <a:close/>
                <a:moveTo>
                  <a:pt x="456355" y="210551"/>
                </a:moveTo>
                <a:cubicBezTo>
                  <a:pt x="452462" y="210634"/>
                  <a:pt x="447914" y="210991"/>
                  <a:pt x="444151" y="211420"/>
                </a:cubicBezTo>
                <a:cubicBezTo>
                  <a:pt x="429864" y="213039"/>
                  <a:pt x="414528" y="218087"/>
                  <a:pt x="411099" y="220659"/>
                </a:cubicBezTo>
                <a:lnTo>
                  <a:pt x="411195" y="220659"/>
                </a:lnTo>
                <a:cubicBezTo>
                  <a:pt x="405003" y="225421"/>
                  <a:pt x="407765" y="233708"/>
                  <a:pt x="412338" y="237137"/>
                </a:cubicBezTo>
                <a:cubicBezTo>
                  <a:pt x="425006" y="246567"/>
                  <a:pt x="436150" y="252949"/>
                  <a:pt x="447961" y="251425"/>
                </a:cubicBezTo>
                <a:cubicBezTo>
                  <a:pt x="455200" y="250472"/>
                  <a:pt x="461582" y="239042"/>
                  <a:pt x="466058" y="228660"/>
                </a:cubicBezTo>
                <a:cubicBezTo>
                  <a:pt x="469107" y="221516"/>
                  <a:pt x="469107" y="213801"/>
                  <a:pt x="464630" y="211324"/>
                </a:cubicBezTo>
                <a:cubicBezTo>
                  <a:pt x="463487" y="210658"/>
                  <a:pt x="460249" y="210467"/>
                  <a:pt x="456355" y="210551"/>
                </a:cubicBezTo>
                <a:close/>
                <a:moveTo>
                  <a:pt x="327256" y="133624"/>
                </a:moveTo>
                <a:cubicBezTo>
                  <a:pt x="319398" y="133481"/>
                  <a:pt x="308706" y="135410"/>
                  <a:pt x="299371" y="141792"/>
                </a:cubicBezTo>
                <a:lnTo>
                  <a:pt x="299371" y="141887"/>
                </a:lnTo>
                <a:cubicBezTo>
                  <a:pt x="285560" y="151222"/>
                  <a:pt x="285083" y="171415"/>
                  <a:pt x="298323" y="182845"/>
                </a:cubicBezTo>
                <a:cubicBezTo>
                  <a:pt x="299657" y="183988"/>
                  <a:pt x="300705" y="184750"/>
                  <a:pt x="301752" y="185416"/>
                </a:cubicBezTo>
                <a:cubicBezTo>
                  <a:pt x="305657" y="183511"/>
                  <a:pt x="310039" y="181702"/>
                  <a:pt x="315087" y="180082"/>
                </a:cubicBezTo>
                <a:cubicBezTo>
                  <a:pt x="323565" y="177320"/>
                  <a:pt x="330708" y="175891"/>
                  <a:pt x="336519" y="175129"/>
                </a:cubicBezTo>
                <a:cubicBezTo>
                  <a:pt x="339281" y="171986"/>
                  <a:pt x="342519" y="166462"/>
                  <a:pt x="341757" y="156556"/>
                </a:cubicBezTo>
                <a:cubicBezTo>
                  <a:pt x="340710" y="143030"/>
                  <a:pt x="330423" y="145221"/>
                  <a:pt x="338138" y="137887"/>
                </a:cubicBezTo>
                <a:cubicBezTo>
                  <a:pt x="340138" y="135982"/>
                  <a:pt x="335114" y="133767"/>
                  <a:pt x="327256" y="133624"/>
                </a:cubicBezTo>
                <a:close/>
                <a:moveTo>
                  <a:pt x="421970" y="117884"/>
                </a:moveTo>
                <a:cubicBezTo>
                  <a:pt x="418458" y="118218"/>
                  <a:pt x="415386" y="119408"/>
                  <a:pt x="413862" y="121313"/>
                </a:cubicBezTo>
                <a:cubicBezTo>
                  <a:pt x="414338" y="121408"/>
                  <a:pt x="414909" y="121504"/>
                  <a:pt x="415290" y="121694"/>
                </a:cubicBezTo>
                <a:cubicBezTo>
                  <a:pt x="419957" y="123313"/>
                  <a:pt x="416814" y="124933"/>
                  <a:pt x="415957" y="126838"/>
                </a:cubicBezTo>
                <a:cubicBezTo>
                  <a:pt x="415195" y="128743"/>
                  <a:pt x="413957" y="129981"/>
                  <a:pt x="415957" y="136077"/>
                </a:cubicBezTo>
                <a:lnTo>
                  <a:pt x="415957" y="136458"/>
                </a:lnTo>
                <a:cubicBezTo>
                  <a:pt x="416052" y="136648"/>
                  <a:pt x="416148" y="136934"/>
                  <a:pt x="416243" y="137220"/>
                </a:cubicBezTo>
                <a:cubicBezTo>
                  <a:pt x="416433" y="137791"/>
                  <a:pt x="416719" y="138363"/>
                  <a:pt x="417005" y="139030"/>
                </a:cubicBezTo>
                <a:cubicBezTo>
                  <a:pt x="420529" y="146173"/>
                  <a:pt x="424434" y="152936"/>
                  <a:pt x="430816" y="156365"/>
                </a:cubicBezTo>
                <a:cubicBezTo>
                  <a:pt x="432435" y="156079"/>
                  <a:pt x="434150" y="155794"/>
                  <a:pt x="435960" y="155794"/>
                </a:cubicBezTo>
                <a:cubicBezTo>
                  <a:pt x="442056" y="155508"/>
                  <a:pt x="445865" y="156460"/>
                  <a:pt x="448247" y="157794"/>
                </a:cubicBezTo>
                <a:cubicBezTo>
                  <a:pt x="448437" y="156651"/>
                  <a:pt x="448532" y="154841"/>
                  <a:pt x="448342" y="152269"/>
                </a:cubicBezTo>
                <a:cubicBezTo>
                  <a:pt x="447866" y="143221"/>
                  <a:pt x="450152" y="127790"/>
                  <a:pt x="432721" y="119694"/>
                </a:cubicBezTo>
                <a:lnTo>
                  <a:pt x="432721" y="119599"/>
                </a:lnTo>
                <a:cubicBezTo>
                  <a:pt x="429435" y="118075"/>
                  <a:pt x="425483" y="117551"/>
                  <a:pt x="421970" y="117884"/>
                </a:cubicBezTo>
                <a:close/>
                <a:moveTo>
                  <a:pt x="426161" y="596"/>
                </a:moveTo>
                <a:cubicBezTo>
                  <a:pt x="433078" y="2298"/>
                  <a:pt x="441341" y="7918"/>
                  <a:pt x="454438" y="20824"/>
                </a:cubicBezTo>
                <a:cubicBezTo>
                  <a:pt x="476917" y="42922"/>
                  <a:pt x="494538" y="82451"/>
                  <a:pt x="485775" y="91309"/>
                </a:cubicBezTo>
                <a:cubicBezTo>
                  <a:pt x="478536" y="98739"/>
                  <a:pt x="464058" y="88452"/>
                  <a:pt x="448056" y="68545"/>
                </a:cubicBezTo>
                <a:cubicBezTo>
                  <a:pt x="439674" y="57972"/>
                  <a:pt x="433293" y="45494"/>
                  <a:pt x="430245" y="29587"/>
                </a:cubicBezTo>
                <a:cubicBezTo>
                  <a:pt x="427673" y="16252"/>
                  <a:pt x="417862" y="8442"/>
                  <a:pt x="417862" y="8442"/>
                </a:cubicBezTo>
                <a:cubicBezTo>
                  <a:pt x="417862" y="8442"/>
                  <a:pt x="423577" y="21110"/>
                  <a:pt x="423577" y="32350"/>
                </a:cubicBezTo>
                <a:cubicBezTo>
                  <a:pt x="423577" y="38446"/>
                  <a:pt x="424339" y="61306"/>
                  <a:pt x="434150" y="74164"/>
                </a:cubicBezTo>
                <a:cubicBezTo>
                  <a:pt x="433197" y="75974"/>
                  <a:pt x="432721" y="83404"/>
                  <a:pt x="431673" y="84832"/>
                </a:cubicBezTo>
                <a:cubicBezTo>
                  <a:pt x="420243" y="71021"/>
                  <a:pt x="395764" y="61210"/>
                  <a:pt x="391764" y="58258"/>
                </a:cubicBezTo>
                <a:cubicBezTo>
                  <a:pt x="405289" y="69307"/>
                  <a:pt x="436436" y="94834"/>
                  <a:pt x="448342" y="119218"/>
                </a:cubicBezTo>
                <a:cubicBezTo>
                  <a:pt x="459677" y="142268"/>
                  <a:pt x="453009" y="163509"/>
                  <a:pt x="458724" y="168938"/>
                </a:cubicBezTo>
                <a:cubicBezTo>
                  <a:pt x="460344" y="170462"/>
                  <a:pt x="483013" y="198751"/>
                  <a:pt x="487395" y="212944"/>
                </a:cubicBezTo>
                <a:cubicBezTo>
                  <a:pt x="495015" y="237709"/>
                  <a:pt x="487871" y="263712"/>
                  <a:pt x="477870" y="279809"/>
                </a:cubicBezTo>
                <a:lnTo>
                  <a:pt x="450057" y="284095"/>
                </a:lnTo>
                <a:cubicBezTo>
                  <a:pt x="445961" y="282952"/>
                  <a:pt x="443198" y="282381"/>
                  <a:pt x="439579" y="280285"/>
                </a:cubicBezTo>
                <a:cubicBezTo>
                  <a:pt x="441674" y="276666"/>
                  <a:pt x="445675" y="267808"/>
                  <a:pt x="445675" y="265998"/>
                </a:cubicBezTo>
                <a:lnTo>
                  <a:pt x="444056" y="263236"/>
                </a:lnTo>
                <a:cubicBezTo>
                  <a:pt x="435388" y="275428"/>
                  <a:pt x="420910" y="287334"/>
                  <a:pt x="408813" y="294192"/>
                </a:cubicBezTo>
                <a:cubicBezTo>
                  <a:pt x="393002" y="303145"/>
                  <a:pt x="374809" y="301717"/>
                  <a:pt x="362998" y="298097"/>
                </a:cubicBezTo>
                <a:cubicBezTo>
                  <a:pt x="329470" y="287810"/>
                  <a:pt x="297656" y="265045"/>
                  <a:pt x="290037" y="259140"/>
                </a:cubicBezTo>
                <a:cubicBezTo>
                  <a:pt x="290037" y="259140"/>
                  <a:pt x="289751" y="263902"/>
                  <a:pt x="291180" y="264950"/>
                </a:cubicBezTo>
                <a:cubicBezTo>
                  <a:pt x="299657" y="274475"/>
                  <a:pt x="319088" y="291715"/>
                  <a:pt x="337852" y="303812"/>
                </a:cubicBezTo>
                <a:lnTo>
                  <a:pt x="337947" y="304384"/>
                </a:lnTo>
                <a:lnTo>
                  <a:pt x="297942" y="308765"/>
                </a:lnTo>
                <a:lnTo>
                  <a:pt x="316802" y="455831"/>
                </a:lnTo>
                <a:cubicBezTo>
                  <a:pt x="308420" y="456974"/>
                  <a:pt x="307086" y="457546"/>
                  <a:pt x="297942" y="458879"/>
                </a:cubicBezTo>
                <a:cubicBezTo>
                  <a:pt x="289846" y="430399"/>
                  <a:pt x="274320" y="411730"/>
                  <a:pt x="257461" y="400872"/>
                </a:cubicBezTo>
                <a:cubicBezTo>
                  <a:pt x="242602" y="391347"/>
                  <a:pt x="222028" y="389156"/>
                  <a:pt x="202311" y="393061"/>
                </a:cubicBezTo>
                <a:lnTo>
                  <a:pt x="201073" y="394490"/>
                </a:lnTo>
                <a:cubicBezTo>
                  <a:pt x="214789" y="393061"/>
                  <a:pt x="230981" y="395062"/>
                  <a:pt x="247555" y="405539"/>
                </a:cubicBezTo>
                <a:cubicBezTo>
                  <a:pt x="263748" y="415826"/>
                  <a:pt x="276892" y="442401"/>
                  <a:pt x="281750" y="458403"/>
                </a:cubicBezTo>
                <a:cubicBezTo>
                  <a:pt x="287941" y="478882"/>
                  <a:pt x="292227" y="500694"/>
                  <a:pt x="275558" y="523935"/>
                </a:cubicBezTo>
                <a:cubicBezTo>
                  <a:pt x="263652" y="540604"/>
                  <a:pt x="228505" y="549748"/>
                  <a:pt x="200406" y="529269"/>
                </a:cubicBezTo>
                <a:cubicBezTo>
                  <a:pt x="180023" y="514410"/>
                  <a:pt x="195644" y="505075"/>
                  <a:pt x="154781" y="471071"/>
                </a:cubicBezTo>
                <a:cubicBezTo>
                  <a:pt x="137827" y="457069"/>
                  <a:pt x="143828" y="433162"/>
                  <a:pt x="153829" y="418112"/>
                </a:cubicBezTo>
                <a:cubicBezTo>
                  <a:pt x="166973" y="392680"/>
                  <a:pt x="234982" y="360295"/>
                  <a:pt x="231172" y="319624"/>
                </a:cubicBezTo>
                <a:cubicBezTo>
                  <a:pt x="229839" y="304860"/>
                  <a:pt x="227457" y="285619"/>
                  <a:pt x="213741" y="272380"/>
                </a:cubicBezTo>
                <a:cubicBezTo>
                  <a:pt x="213170" y="277904"/>
                  <a:pt x="214122" y="283143"/>
                  <a:pt x="214122" y="283143"/>
                </a:cubicBezTo>
                <a:cubicBezTo>
                  <a:pt x="214122" y="283143"/>
                  <a:pt x="208407" y="275999"/>
                  <a:pt x="205645" y="266188"/>
                </a:cubicBezTo>
                <a:cubicBezTo>
                  <a:pt x="202883" y="262378"/>
                  <a:pt x="200692" y="261235"/>
                  <a:pt x="197739" y="256187"/>
                </a:cubicBezTo>
                <a:cubicBezTo>
                  <a:pt x="195644" y="261997"/>
                  <a:pt x="195930" y="268760"/>
                  <a:pt x="195930" y="268760"/>
                </a:cubicBezTo>
                <a:cubicBezTo>
                  <a:pt x="195930" y="268760"/>
                  <a:pt x="191357" y="257902"/>
                  <a:pt x="190596" y="248662"/>
                </a:cubicBezTo>
                <a:cubicBezTo>
                  <a:pt x="187833" y="252758"/>
                  <a:pt x="187166" y="260569"/>
                  <a:pt x="187166" y="260569"/>
                </a:cubicBezTo>
                <a:cubicBezTo>
                  <a:pt x="187166" y="260569"/>
                  <a:pt x="181166" y="243328"/>
                  <a:pt x="182499" y="234089"/>
                </a:cubicBezTo>
                <a:cubicBezTo>
                  <a:pt x="179737" y="225993"/>
                  <a:pt x="171641" y="209991"/>
                  <a:pt x="173927" y="173701"/>
                </a:cubicBezTo>
                <a:cubicBezTo>
                  <a:pt x="188881" y="184178"/>
                  <a:pt x="221838" y="181702"/>
                  <a:pt x="234696" y="162747"/>
                </a:cubicBezTo>
                <a:cubicBezTo>
                  <a:pt x="238887" y="156556"/>
                  <a:pt x="241840" y="139411"/>
                  <a:pt x="232506" y="105692"/>
                </a:cubicBezTo>
                <a:cubicBezTo>
                  <a:pt x="226505" y="84070"/>
                  <a:pt x="211741" y="51876"/>
                  <a:pt x="205931" y="39684"/>
                </a:cubicBezTo>
                <a:lnTo>
                  <a:pt x="205264" y="40160"/>
                </a:lnTo>
                <a:cubicBezTo>
                  <a:pt x="208312" y="49971"/>
                  <a:pt x="214598" y="70640"/>
                  <a:pt x="216980" y="80641"/>
                </a:cubicBezTo>
                <a:cubicBezTo>
                  <a:pt x="224219" y="110931"/>
                  <a:pt x="226219" y="121504"/>
                  <a:pt x="222790" y="135505"/>
                </a:cubicBezTo>
                <a:cubicBezTo>
                  <a:pt x="219837" y="147697"/>
                  <a:pt x="212884" y="155698"/>
                  <a:pt x="195168" y="164557"/>
                </a:cubicBezTo>
                <a:cubicBezTo>
                  <a:pt x="177451" y="173415"/>
                  <a:pt x="153924" y="151793"/>
                  <a:pt x="152496" y="150555"/>
                </a:cubicBezTo>
                <a:cubicBezTo>
                  <a:pt x="135255" y="136839"/>
                  <a:pt x="121920" y="114550"/>
                  <a:pt x="120491" y="103692"/>
                </a:cubicBezTo>
                <a:cubicBezTo>
                  <a:pt x="118968" y="91786"/>
                  <a:pt x="127349" y="84642"/>
                  <a:pt x="131540" y="74926"/>
                </a:cubicBezTo>
                <a:cubicBezTo>
                  <a:pt x="125540" y="76641"/>
                  <a:pt x="118777" y="79689"/>
                  <a:pt x="118777" y="79689"/>
                </a:cubicBezTo>
                <a:cubicBezTo>
                  <a:pt x="118777" y="79689"/>
                  <a:pt x="126873" y="71402"/>
                  <a:pt x="136779" y="64163"/>
                </a:cubicBezTo>
                <a:cubicBezTo>
                  <a:pt x="140875" y="61401"/>
                  <a:pt x="143352" y="59686"/>
                  <a:pt x="147638" y="56067"/>
                </a:cubicBezTo>
                <a:cubicBezTo>
                  <a:pt x="141351" y="55876"/>
                  <a:pt x="136303" y="56067"/>
                  <a:pt x="136303" y="56067"/>
                </a:cubicBezTo>
                <a:cubicBezTo>
                  <a:pt x="136303" y="56067"/>
                  <a:pt x="146781" y="50352"/>
                  <a:pt x="157639" y="46256"/>
                </a:cubicBezTo>
                <a:cubicBezTo>
                  <a:pt x="149733" y="45970"/>
                  <a:pt x="142113" y="46256"/>
                  <a:pt x="142113" y="46256"/>
                </a:cubicBezTo>
                <a:cubicBezTo>
                  <a:pt x="142113" y="46256"/>
                  <a:pt x="165449" y="35779"/>
                  <a:pt x="183928" y="28159"/>
                </a:cubicBezTo>
                <a:cubicBezTo>
                  <a:pt x="196596" y="22920"/>
                  <a:pt x="208979" y="24444"/>
                  <a:pt x="215932" y="34540"/>
                </a:cubicBezTo>
                <a:cubicBezTo>
                  <a:pt x="225076" y="47685"/>
                  <a:pt x="234601" y="54924"/>
                  <a:pt x="254985" y="59305"/>
                </a:cubicBezTo>
                <a:cubicBezTo>
                  <a:pt x="267462" y="53781"/>
                  <a:pt x="271272" y="50923"/>
                  <a:pt x="286989" y="46637"/>
                </a:cubicBezTo>
                <a:cubicBezTo>
                  <a:pt x="300800" y="31492"/>
                  <a:pt x="311658" y="29492"/>
                  <a:pt x="311658" y="29492"/>
                </a:cubicBezTo>
                <a:cubicBezTo>
                  <a:pt x="311658" y="29492"/>
                  <a:pt x="306229" y="34350"/>
                  <a:pt x="304800" y="42160"/>
                </a:cubicBezTo>
                <a:cubicBezTo>
                  <a:pt x="312611" y="35969"/>
                  <a:pt x="321183" y="30826"/>
                  <a:pt x="321183" y="30826"/>
                </a:cubicBezTo>
                <a:cubicBezTo>
                  <a:pt x="321183" y="30826"/>
                  <a:pt x="317849" y="34921"/>
                  <a:pt x="314802" y="41398"/>
                </a:cubicBezTo>
                <a:lnTo>
                  <a:pt x="315468" y="42446"/>
                </a:lnTo>
                <a:cubicBezTo>
                  <a:pt x="324612" y="36922"/>
                  <a:pt x="335376" y="32635"/>
                  <a:pt x="335376" y="32635"/>
                </a:cubicBezTo>
                <a:cubicBezTo>
                  <a:pt x="335376" y="32635"/>
                  <a:pt x="332328" y="36445"/>
                  <a:pt x="328708" y="41494"/>
                </a:cubicBezTo>
                <a:cubicBezTo>
                  <a:pt x="335566" y="41494"/>
                  <a:pt x="349568" y="41779"/>
                  <a:pt x="354997" y="42446"/>
                </a:cubicBezTo>
                <a:cubicBezTo>
                  <a:pt x="387001" y="43113"/>
                  <a:pt x="393669" y="8251"/>
                  <a:pt x="405956" y="3870"/>
                </a:cubicBezTo>
                <a:cubicBezTo>
                  <a:pt x="413671" y="1108"/>
                  <a:pt x="419243" y="-1107"/>
                  <a:pt x="426161" y="5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ent_gradient bg">
  <p:cSld name="Title + Content_gradient bg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5002" cy="86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55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4pPr>
            <a:lvl5pPr marL="2286000" lvl="4" indent="-3175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3475040" cy="86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1">
  <p:cSld name="Divider_1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047" y="-1141"/>
            <a:ext cx="12198094" cy="6860282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2">
  <p:cSld name="Divider_2">
    <p:bg>
      <p:bgPr>
        <a:solidFill>
          <a:schemeClr val="lt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049" y="-1142"/>
            <a:ext cx="12198098" cy="6860284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3">
  <p:cSld name="Divider_3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0"/>
            <a:ext cx="12192000" cy="685802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7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4">
  <p:cSld name="Divider_4"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5">
  <p:cSld name="Divider_4_1">
    <p:bg>
      <p:bgPr>
        <a:solidFill>
          <a:schemeClr val="l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0"/>
            <a:ext cx="12192000" cy="685802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00" cy="11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9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6">
  <p:cSld name="Divider_5"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0"/>
          <p:cNvPicPr preferRelativeResize="0"/>
          <p:nvPr/>
        </p:nvPicPr>
        <p:blipFill rotWithShape="1">
          <a:blip r:embed="rId2">
            <a:alphaModFix/>
          </a:blip>
          <a:srcRect l="20" r="20"/>
          <a:stretch/>
        </p:blipFill>
        <p:spPr>
          <a:xfrm>
            <a:off x="-3049" y="-1142"/>
            <a:ext cx="12198098" cy="686028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695085" y="695325"/>
            <a:ext cx="10773016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ubTitle" idx="1"/>
          </p:nvPr>
        </p:nvSpPr>
        <p:spPr>
          <a:xfrm>
            <a:off x="695085" y="2077085"/>
            <a:ext cx="10773016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0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ubdivider_1">
  <p:cSld name="Subdivider_purple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 descr="A purple and white background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6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title"/>
          </p:nvPr>
        </p:nvSpPr>
        <p:spPr>
          <a:xfrm>
            <a:off x="695323" y="2488407"/>
            <a:ext cx="10795002" cy="1881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Roboto"/>
              <a:buNone/>
              <a:defRPr sz="5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ubdivider_2">
  <p:cSld name="Subdivider_blu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1" y="0"/>
            <a:ext cx="12191995" cy="6857997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title"/>
          </p:nvPr>
        </p:nvSpPr>
        <p:spPr>
          <a:xfrm>
            <a:off x="695323" y="2488407"/>
            <a:ext cx="10795002" cy="1881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Roboto"/>
              <a:buNone/>
              <a:defRPr sz="5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ubdivider_3">
  <p:cSld name="Subdivider_pi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12191995" cy="685799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695323" y="2488407"/>
            <a:ext cx="10795002" cy="1881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Roboto"/>
              <a:buNone/>
              <a:defRPr sz="5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ubdivider_4">
  <p:cSld name="Subdivider_gree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12191995" cy="685799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695323" y="2488407"/>
            <a:ext cx="10795002" cy="1881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Roboto"/>
              <a:buNone/>
              <a:defRPr sz="5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ubdivider_6">
  <p:cSld name="Subdivider_orange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12191995" cy="685799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6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695323" y="2488407"/>
            <a:ext cx="10795002" cy="1881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Roboto"/>
              <a:buNone/>
              <a:defRPr sz="5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/3_3">
  <p:cSld name="Content 1/3_pink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0" y="0"/>
            <a:ext cx="4161003" cy="6858000"/>
          </a:xfrm>
          <a:prstGeom prst="rect">
            <a:avLst/>
          </a:prstGeom>
          <a:gradFill>
            <a:gsLst>
              <a:gs pos="0">
                <a:schemeClr val="dk2"/>
              </a:gs>
              <a:gs pos="90000">
                <a:srgbClr val="FF0080"/>
              </a:gs>
              <a:gs pos="100000">
                <a:srgbClr val="FF0080"/>
              </a:gs>
            </a:gsLst>
            <a:lin ang="2700006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685800" y="1687923"/>
            <a:ext cx="2755800" cy="45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2"/>
          </p:nvPr>
        </p:nvSpPr>
        <p:spPr>
          <a:xfrm>
            <a:off x="4718951" y="801850"/>
            <a:ext cx="6769800" cy="52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Content_white bg">
  <p:cSld name="Title + Content_white bg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5002" cy="86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55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4pPr>
            <a:lvl5pPr marL="2286000" lvl="4" indent="-3175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10585766" y="6450775"/>
            <a:ext cx="1080114" cy="274790"/>
          </a:xfrm>
          <a:custGeom>
            <a:avLst/>
            <a:gdLst/>
            <a:ahLst/>
            <a:cxnLst/>
            <a:rect l="l" t="t" r="r" b="b"/>
            <a:pathLst>
              <a:path w="1903285" h="482088" extrusionOk="0">
                <a:moveTo>
                  <a:pt x="407670" y="278511"/>
                </a:moveTo>
                <a:lnTo>
                  <a:pt x="418529" y="394907"/>
                </a:lnTo>
                <a:lnTo>
                  <a:pt x="232219" y="429292"/>
                </a:lnTo>
                <a:lnTo>
                  <a:pt x="230505" y="412814"/>
                </a:lnTo>
                <a:lnTo>
                  <a:pt x="264795" y="360521"/>
                </a:lnTo>
                <a:lnTo>
                  <a:pt x="303752" y="371856"/>
                </a:lnTo>
                <a:lnTo>
                  <a:pt x="337185" y="315944"/>
                </a:lnTo>
                <a:lnTo>
                  <a:pt x="377213" y="342377"/>
                </a:lnTo>
                <a:lnTo>
                  <a:pt x="377190" y="342424"/>
                </a:lnTo>
                <a:lnTo>
                  <a:pt x="377285" y="342424"/>
                </a:lnTo>
                <a:lnTo>
                  <a:pt x="377213" y="342377"/>
                </a:lnTo>
                <a:close/>
                <a:moveTo>
                  <a:pt x="419005" y="254699"/>
                </a:moveTo>
                <a:lnTo>
                  <a:pt x="296513" y="276892"/>
                </a:lnTo>
                <a:cubicBezTo>
                  <a:pt x="293560" y="280797"/>
                  <a:pt x="286036" y="287655"/>
                  <a:pt x="282416" y="289465"/>
                </a:cubicBezTo>
                <a:cubicBezTo>
                  <a:pt x="266986" y="297180"/>
                  <a:pt x="256508" y="294989"/>
                  <a:pt x="247459" y="292608"/>
                </a:cubicBezTo>
                <a:cubicBezTo>
                  <a:pt x="241649" y="291179"/>
                  <a:pt x="238315" y="290322"/>
                  <a:pt x="233458" y="288131"/>
                </a:cubicBezTo>
                <a:lnTo>
                  <a:pt x="203549" y="292227"/>
                </a:lnTo>
                <a:lnTo>
                  <a:pt x="203549" y="292322"/>
                </a:lnTo>
                <a:lnTo>
                  <a:pt x="221647" y="443770"/>
                </a:lnTo>
                <a:lnTo>
                  <a:pt x="431482" y="405956"/>
                </a:lnTo>
                <a:close/>
                <a:moveTo>
                  <a:pt x="325850" y="205645"/>
                </a:moveTo>
                <a:cubicBezTo>
                  <a:pt x="329470" y="207645"/>
                  <a:pt x="329470" y="213836"/>
                  <a:pt x="326993" y="219646"/>
                </a:cubicBezTo>
                <a:cubicBezTo>
                  <a:pt x="323374" y="228029"/>
                  <a:pt x="318230" y="237268"/>
                  <a:pt x="312420" y="238030"/>
                </a:cubicBezTo>
                <a:cubicBezTo>
                  <a:pt x="302895" y="239363"/>
                  <a:pt x="293941" y="234220"/>
                  <a:pt x="283655" y="226504"/>
                </a:cubicBezTo>
                <a:cubicBezTo>
                  <a:pt x="280035" y="223742"/>
                  <a:pt x="277749" y="217075"/>
                  <a:pt x="282702" y="213265"/>
                </a:cubicBezTo>
                <a:cubicBezTo>
                  <a:pt x="285369" y="211074"/>
                  <a:pt x="297847" y="207074"/>
                  <a:pt x="309372" y="205740"/>
                </a:cubicBezTo>
                <a:cubicBezTo>
                  <a:pt x="315373" y="205073"/>
                  <a:pt x="324040" y="204597"/>
                  <a:pt x="325850" y="205645"/>
                </a:cubicBezTo>
                <a:close/>
                <a:moveTo>
                  <a:pt x="1328928" y="171735"/>
                </a:moveTo>
                <a:lnTo>
                  <a:pt x="1328928" y="310705"/>
                </a:lnTo>
                <a:lnTo>
                  <a:pt x="1374171" y="310705"/>
                </a:lnTo>
                <a:cubicBezTo>
                  <a:pt x="1416748" y="310705"/>
                  <a:pt x="1438084" y="285655"/>
                  <a:pt x="1438084" y="235648"/>
                </a:cubicBezTo>
                <a:cubicBezTo>
                  <a:pt x="1438084" y="193072"/>
                  <a:pt x="1416748" y="171735"/>
                  <a:pt x="1374171" y="171735"/>
                </a:cubicBezTo>
                <a:close/>
                <a:moveTo>
                  <a:pt x="569023" y="171735"/>
                </a:moveTo>
                <a:lnTo>
                  <a:pt x="569023" y="310705"/>
                </a:lnTo>
                <a:lnTo>
                  <a:pt x="614266" y="310705"/>
                </a:lnTo>
                <a:cubicBezTo>
                  <a:pt x="656843" y="310705"/>
                  <a:pt x="678084" y="285655"/>
                  <a:pt x="678084" y="235648"/>
                </a:cubicBezTo>
                <a:cubicBezTo>
                  <a:pt x="678084" y="193072"/>
                  <a:pt x="656843" y="171735"/>
                  <a:pt x="614266" y="171735"/>
                </a:cubicBezTo>
                <a:close/>
                <a:moveTo>
                  <a:pt x="1604962" y="170116"/>
                </a:moveTo>
                <a:cubicBezTo>
                  <a:pt x="1563623" y="170116"/>
                  <a:pt x="1541430" y="193548"/>
                  <a:pt x="1541430" y="240506"/>
                </a:cubicBezTo>
                <a:cubicBezTo>
                  <a:pt x="1541430" y="287464"/>
                  <a:pt x="1562576" y="311944"/>
                  <a:pt x="1604962" y="311944"/>
                </a:cubicBezTo>
                <a:cubicBezTo>
                  <a:pt x="1646300" y="311944"/>
                  <a:pt x="1666969" y="288131"/>
                  <a:pt x="1666969" y="240506"/>
                </a:cubicBezTo>
                <a:cubicBezTo>
                  <a:pt x="1666969" y="192881"/>
                  <a:pt x="1646300" y="170116"/>
                  <a:pt x="1604962" y="170116"/>
                </a:cubicBezTo>
                <a:close/>
                <a:moveTo>
                  <a:pt x="215075" y="143066"/>
                </a:moveTo>
                <a:cubicBezTo>
                  <a:pt x="221409" y="143185"/>
                  <a:pt x="225457" y="144971"/>
                  <a:pt x="223838" y="146495"/>
                </a:cubicBezTo>
                <a:cubicBezTo>
                  <a:pt x="217646" y="152400"/>
                  <a:pt x="225933" y="150686"/>
                  <a:pt x="226790" y="161544"/>
                </a:cubicBezTo>
                <a:cubicBezTo>
                  <a:pt x="227457" y="169545"/>
                  <a:pt x="224885" y="174022"/>
                  <a:pt x="222599" y="176498"/>
                </a:cubicBezTo>
                <a:cubicBezTo>
                  <a:pt x="217837" y="177070"/>
                  <a:pt x="212122" y="178308"/>
                  <a:pt x="205264" y="180499"/>
                </a:cubicBezTo>
                <a:cubicBezTo>
                  <a:pt x="201168" y="181833"/>
                  <a:pt x="197644" y="183356"/>
                  <a:pt x="194500" y="184785"/>
                </a:cubicBezTo>
                <a:cubicBezTo>
                  <a:pt x="193643" y="184214"/>
                  <a:pt x="192786" y="183642"/>
                  <a:pt x="191738" y="182690"/>
                </a:cubicBezTo>
                <a:cubicBezTo>
                  <a:pt x="181165" y="173450"/>
                  <a:pt x="181451" y="157258"/>
                  <a:pt x="192596" y="149638"/>
                </a:cubicBezTo>
                <a:cubicBezTo>
                  <a:pt x="200121" y="144495"/>
                  <a:pt x="208741" y="142947"/>
                  <a:pt x="215075" y="143066"/>
                </a:cubicBezTo>
                <a:close/>
                <a:moveTo>
                  <a:pt x="1290923" y="138779"/>
                </a:moveTo>
                <a:lnTo>
                  <a:pt x="1379886" y="138779"/>
                </a:lnTo>
                <a:cubicBezTo>
                  <a:pt x="1443990" y="138779"/>
                  <a:pt x="1476089" y="171069"/>
                  <a:pt x="1476089" y="235648"/>
                </a:cubicBezTo>
                <a:cubicBezTo>
                  <a:pt x="1476089" y="307657"/>
                  <a:pt x="1444085" y="343662"/>
                  <a:pt x="1379886" y="343662"/>
                </a:cubicBezTo>
                <a:lnTo>
                  <a:pt x="1379886" y="343567"/>
                </a:lnTo>
                <a:lnTo>
                  <a:pt x="1290923" y="343567"/>
                </a:lnTo>
                <a:close/>
                <a:moveTo>
                  <a:pt x="531018" y="138779"/>
                </a:moveTo>
                <a:lnTo>
                  <a:pt x="619981" y="138779"/>
                </a:lnTo>
                <a:cubicBezTo>
                  <a:pt x="684085" y="138779"/>
                  <a:pt x="716184" y="171069"/>
                  <a:pt x="716184" y="235648"/>
                </a:cubicBezTo>
                <a:cubicBezTo>
                  <a:pt x="716184" y="307657"/>
                  <a:pt x="684085" y="343662"/>
                  <a:pt x="619981" y="343662"/>
                </a:cubicBezTo>
                <a:lnTo>
                  <a:pt x="619981" y="343567"/>
                </a:lnTo>
                <a:lnTo>
                  <a:pt x="531018" y="343567"/>
                </a:lnTo>
                <a:close/>
                <a:moveTo>
                  <a:pt x="1135760" y="138684"/>
                </a:moveTo>
                <a:lnTo>
                  <a:pt x="1176718" y="138684"/>
                </a:lnTo>
                <a:lnTo>
                  <a:pt x="1265681" y="343567"/>
                </a:lnTo>
                <a:lnTo>
                  <a:pt x="1224724" y="343567"/>
                </a:lnTo>
                <a:lnTo>
                  <a:pt x="1198911" y="287655"/>
                </a:lnTo>
                <a:lnTo>
                  <a:pt x="1133189" y="287655"/>
                </a:lnTo>
                <a:lnTo>
                  <a:pt x="1146238" y="254699"/>
                </a:lnTo>
                <a:lnTo>
                  <a:pt x="1188910" y="254699"/>
                </a:lnTo>
                <a:lnTo>
                  <a:pt x="1155287" y="177832"/>
                </a:lnTo>
                <a:lnTo>
                  <a:pt x="1087754" y="343567"/>
                </a:lnTo>
                <a:lnTo>
                  <a:pt x="1048702" y="343567"/>
                </a:lnTo>
                <a:close/>
                <a:moveTo>
                  <a:pt x="912495" y="138684"/>
                </a:moveTo>
                <a:lnTo>
                  <a:pt x="1068229" y="138684"/>
                </a:lnTo>
                <a:lnTo>
                  <a:pt x="1068229" y="171641"/>
                </a:lnTo>
                <a:lnTo>
                  <a:pt x="1009364" y="171641"/>
                </a:lnTo>
                <a:lnTo>
                  <a:pt x="1009364" y="343567"/>
                </a:lnTo>
                <a:lnTo>
                  <a:pt x="971359" y="343567"/>
                </a:lnTo>
                <a:lnTo>
                  <a:pt x="971359" y="171641"/>
                </a:lnTo>
                <a:lnTo>
                  <a:pt x="912495" y="171641"/>
                </a:lnTo>
                <a:close/>
                <a:moveTo>
                  <a:pt x="804005" y="138684"/>
                </a:moveTo>
                <a:lnTo>
                  <a:pt x="844962" y="138684"/>
                </a:lnTo>
                <a:lnTo>
                  <a:pt x="933926" y="343567"/>
                </a:lnTo>
                <a:lnTo>
                  <a:pt x="893063" y="343567"/>
                </a:lnTo>
                <a:lnTo>
                  <a:pt x="867250" y="287655"/>
                </a:lnTo>
                <a:lnTo>
                  <a:pt x="801528" y="287655"/>
                </a:lnTo>
                <a:lnTo>
                  <a:pt x="814577" y="254699"/>
                </a:lnTo>
                <a:lnTo>
                  <a:pt x="857154" y="254699"/>
                </a:lnTo>
                <a:lnTo>
                  <a:pt x="823626" y="177832"/>
                </a:lnTo>
                <a:lnTo>
                  <a:pt x="755999" y="343567"/>
                </a:lnTo>
                <a:lnTo>
                  <a:pt x="716946" y="343567"/>
                </a:lnTo>
                <a:close/>
                <a:moveTo>
                  <a:pt x="1842896" y="137350"/>
                </a:moveTo>
                <a:cubicBezTo>
                  <a:pt x="1865375" y="137350"/>
                  <a:pt x="1885473" y="140684"/>
                  <a:pt x="1903189" y="147351"/>
                </a:cubicBezTo>
                <a:lnTo>
                  <a:pt x="1903189" y="181737"/>
                </a:lnTo>
                <a:cubicBezTo>
                  <a:pt x="1885473" y="174021"/>
                  <a:pt x="1866327" y="170211"/>
                  <a:pt x="1845754" y="170211"/>
                </a:cubicBezTo>
                <a:cubicBezTo>
                  <a:pt x="1796510" y="170211"/>
                  <a:pt x="1771840" y="192881"/>
                  <a:pt x="1771840" y="238315"/>
                </a:cubicBezTo>
                <a:cubicBezTo>
                  <a:pt x="1771840" y="287464"/>
                  <a:pt x="1795081" y="312038"/>
                  <a:pt x="1841563" y="312038"/>
                </a:cubicBezTo>
                <a:cubicBezTo>
                  <a:pt x="1848420" y="312038"/>
                  <a:pt x="1856326" y="310896"/>
                  <a:pt x="1865089" y="308610"/>
                </a:cubicBezTo>
                <a:lnTo>
                  <a:pt x="1865089" y="260889"/>
                </a:lnTo>
                <a:lnTo>
                  <a:pt x="1865280" y="260889"/>
                </a:lnTo>
                <a:lnTo>
                  <a:pt x="1865089" y="260604"/>
                </a:lnTo>
                <a:lnTo>
                  <a:pt x="1865089" y="260889"/>
                </a:lnTo>
                <a:lnTo>
                  <a:pt x="1828990" y="260889"/>
                </a:lnTo>
                <a:lnTo>
                  <a:pt x="1841848" y="227171"/>
                </a:lnTo>
                <a:lnTo>
                  <a:pt x="1903285" y="227171"/>
                </a:lnTo>
                <a:lnTo>
                  <a:pt x="1903285" y="334327"/>
                </a:lnTo>
                <a:cubicBezTo>
                  <a:pt x="1886711" y="341566"/>
                  <a:pt x="1866042" y="345186"/>
                  <a:pt x="1841087" y="345186"/>
                </a:cubicBezTo>
                <a:cubicBezTo>
                  <a:pt x="1768601" y="345186"/>
                  <a:pt x="1732406" y="309562"/>
                  <a:pt x="1732406" y="238410"/>
                </a:cubicBezTo>
                <a:cubicBezTo>
                  <a:pt x="1732406" y="170973"/>
                  <a:pt x="1769268" y="137350"/>
                  <a:pt x="1842896" y="137350"/>
                </a:cubicBezTo>
                <a:close/>
                <a:moveTo>
                  <a:pt x="1604962" y="137160"/>
                </a:moveTo>
                <a:cubicBezTo>
                  <a:pt x="1673637" y="137160"/>
                  <a:pt x="1706403" y="171831"/>
                  <a:pt x="1706403" y="241364"/>
                </a:cubicBezTo>
                <a:cubicBezTo>
                  <a:pt x="1706403" y="310896"/>
                  <a:pt x="1672589" y="344995"/>
                  <a:pt x="1604962" y="344995"/>
                </a:cubicBezTo>
                <a:cubicBezTo>
                  <a:pt x="1537334" y="344995"/>
                  <a:pt x="1504949" y="310420"/>
                  <a:pt x="1501901" y="241364"/>
                </a:cubicBezTo>
                <a:cubicBezTo>
                  <a:pt x="1501901" y="171926"/>
                  <a:pt x="1536287" y="137160"/>
                  <a:pt x="1604962" y="137160"/>
                </a:cubicBezTo>
                <a:close/>
                <a:moveTo>
                  <a:pt x="300038" y="131826"/>
                </a:moveTo>
                <a:cubicBezTo>
                  <a:pt x="314039" y="138398"/>
                  <a:pt x="312230" y="150781"/>
                  <a:pt x="312610" y="158115"/>
                </a:cubicBezTo>
                <a:cubicBezTo>
                  <a:pt x="312706" y="160211"/>
                  <a:pt x="312706" y="161639"/>
                  <a:pt x="312515" y="162592"/>
                </a:cubicBezTo>
                <a:cubicBezTo>
                  <a:pt x="310515" y="161544"/>
                  <a:pt x="307467" y="160782"/>
                  <a:pt x="302609" y="160973"/>
                </a:cubicBezTo>
                <a:cubicBezTo>
                  <a:pt x="301180" y="161068"/>
                  <a:pt x="299752" y="161258"/>
                  <a:pt x="298418" y="161449"/>
                </a:cubicBezTo>
                <a:cubicBezTo>
                  <a:pt x="293275" y="158687"/>
                  <a:pt x="290227" y="153258"/>
                  <a:pt x="287369" y="147447"/>
                </a:cubicBezTo>
                <a:lnTo>
                  <a:pt x="286702" y="146018"/>
                </a:lnTo>
                <a:lnTo>
                  <a:pt x="286321" y="145352"/>
                </a:lnTo>
                <a:lnTo>
                  <a:pt x="286321" y="145066"/>
                </a:lnTo>
                <a:cubicBezTo>
                  <a:pt x="284797" y="140113"/>
                  <a:pt x="285845" y="139160"/>
                  <a:pt x="286512" y="137636"/>
                </a:cubicBezTo>
                <a:lnTo>
                  <a:pt x="286512" y="137541"/>
                </a:lnTo>
                <a:cubicBezTo>
                  <a:pt x="287179" y="136017"/>
                  <a:pt x="289655" y="134779"/>
                  <a:pt x="285940" y="133445"/>
                </a:cubicBezTo>
                <a:cubicBezTo>
                  <a:pt x="285655" y="133350"/>
                  <a:pt x="285274" y="133160"/>
                  <a:pt x="284797" y="133160"/>
                </a:cubicBezTo>
                <a:cubicBezTo>
                  <a:pt x="287274" y="130112"/>
                  <a:pt x="294704" y="129350"/>
                  <a:pt x="300038" y="131826"/>
                </a:cubicBezTo>
                <a:close/>
                <a:moveTo>
                  <a:pt x="395764" y="0"/>
                </a:moveTo>
                <a:lnTo>
                  <a:pt x="419005" y="240030"/>
                </a:lnTo>
                <a:lnTo>
                  <a:pt x="431101" y="237744"/>
                </a:lnTo>
                <a:lnTo>
                  <a:pt x="431197" y="237649"/>
                </a:lnTo>
                <a:lnTo>
                  <a:pt x="450532" y="426720"/>
                </a:lnTo>
                <a:lnTo>
                  <a:pt x="212884" y="455295"/>
                </a:lnTo>
                <a:lnTo>
                  <a:pt x="207740" y="418433"/>
                </a:lnTo>
                <a:lnTo>
                  <a:pt x="193357" y="420529"/>
                </a:lnTo>
                <a:cubicBezTo>
                  <a:pt x="194596" y="441008"/>
                  <a:pt x="189738" y="460534"/>
                  <a:pt x="180689" y="469868"/>
                </a:cubicBezTo>
                <a:cubicBezTo>
                  <a:pt x="170116" y="480822"/>
                  <a:pt x="154686" y="483584"/>
                  <a:pt x="138398" y="481394"/>
                </a:cubicBezTo>
                <a:cubicBezTo>
                  <a:pt x="127444" y="479965"/>
                  <a:pt x="119253" y="472059"/>
                  <a:pt x="113252" y="462344"/>
                </a:cubicBezTo>
                <a:cubicBezTo>
                  <a:pt x="135826" y="478250"/>
                  <a:pt x="163735" y="470916"/>
                  <a:pt x="173260" y="457581"/>
                </a:cubicBezTo>
                <a:cubicBezTo>
                  <a:pt x="186690" y="438912"/>
                  <a:pt x="183166" y="421196"/>
                  <a:pt x="178213" y="404717"/>
                </a:cubicBezTo>
                <a:cubicBezTo>
                  <a:pt x="174307" y="391763"/>
                  <a:pt x="163735" y="370332"/>
                  <a:pt x="150590" y="362045"/>
                </a:cubicBezTo>
                <a:cubicBezTo>
                  <a:pt x="137255" y="353568"/>
                  <a:pt x="124206" y="351949"/>
                  <a:pt x="113157" y="353092"/>
                </a:cubicBezTo>
                <a:lnTo>
                  <a:pt x="114205" y="351949"/>
                </a:lnTo>
                <a:cubicBezTo>
                  <a:pt x="130112" y="348806"/>
                  <a:pt x="146685" y="350520"/>
                  <a:pt x="158687" y="358235"/>
                </a:cubicBezTo>
                <a:cubicBezTo>
                  <a:pt x="172307" y="366998"/>
                  <a:pt x="184785" y="382048"/>
                  <a:pt x="191262" y="405098"/>
                </a:cubicBezTo>
                <a:cubicBezTo>
                  <a:pt x="198691" y="404051"/>
                  <a:pt x="199739" y="403575"/>
                  <a:pt x="206502" y="402622"/>
                </a:cubicBezTo>
                <a:lnTo>
                  <a:pt x="191262" y="283940"/>
                </a:lnTo>
                <a:lnTo>
                  <a:pt x="223552" y="280416"/>
                </a:lnTo>
                <a:cubicBezTo>
                  <a:pt x="208407" y="270701"/>
                  <a:pt x="192786" y="256794"/>
                  <a:pt x="185928" y="249079"/>
                </a:cubicBezTo>
                <a:cubicBezTo>
                  <a:pt x="184785" y="248221"/>
                  <a:pt x="184975" y="244412"/>
                  <a:pt x="184975" y="244412"/>
                </a:cubicBezTo>
                <a:cubicBezTo>
                  <a:pt x="191167" y="249174"/>
                  <a:pt x="216789" y="267462"/>
                  <a:pt x="243840" y="275844"/>
                </a:cubicBezTo>
                <a:cubicBezTo>
                  <a:pt x="253365" y="278797"/>
                  <a:pt x="268033" y="279940"/>
                  <a:pt x="280797" y="272701"/>
                </a:cubicBezTo>
                <a:cubicBezTo>
                  <a:pt x="290513" y="267176"/>
                  <a:pt x="302228" y="257556"/>
                  <a:pt x="309181" y="247650"/>
                </a:cubicBezTo>
                <a:lnTo>
                  <a:pt x="310420" y="249841"/>
                </a:lnTo>
                <a:cubicBezTo>
                  <a:pt x="310420" y="251365"/>
                  <a:pt x="307181" y="258509"/>
                  <a:pt x="305562" y="261366"/>
                </a:cubicBezTo>
                <a:cubicBezTo>
                  <a:pt x="308515" y="263081"/>
                  <a:pt x="310705" y="263462"/>
                  <a:pt x="314039" y="264414"/>
                </a:cubicBezTo>
                <a:lnTo>
                  <a:pt x="336518" y="260890"/>
                </a:lnTo>
                <a:cubicBezTo>
                  <a:pt x="344519" y="247936"/>
                  <a:pt x="350330" y="226886"/>
                  <a:pt x="344138" y="206978"/>
                </a:cubicBezTo>
                <a:cubicBezTo>
                  <a:pt x="340614" y="195548"/>
                  <a:pt x="322326" y="172688"/>
                  <a:pt x="320992" y="171450"/>
                </a:cubicBezTo>
                <a:cubicBezTo>
                  <a:pt x="316325" y="167069"/>
                  <a:pt x="321755" y="150019"/>
                  <a:pt x="312610" y="131350"/>
                </a:cubicBezTo>
                <a:cubicBezTo>
                  <a:pt x="302990" y="111633"/>
                  <a:pt x="277939" y="91059"/>
                  <a:pt x="266986" y="82106"/>
                </a:cubicBezTo>
                <a:cubicBezTo>
                  <a:pt x="270224" y="84392"/>
                  <a:pt x="289941" y="92393"/>
                  <a:pt x="299180" y="103537"/>
                </a:cubicBezTo>
                <a:cubicBezTo>
                  <a:pt x="300038" y="102394"/>
                  <a:pt x="300418" y="96393"/>
                  <a:pt x="301180" y="94869"/>
                </a:cubicBezTo>
                <a:cubicBezTo>
                  <a:pt x="293275" y="84582"/>
                  <a:pt x="292608" y="66104"/>
                  <a:pt x="292608" y="61151"/>
                </a:cubicBezTo>
                <a:cubicBezTo>
                  <a:pt x="292608" y="52102"/>
                  <a:pt x="288036" y="41815"/>
                  <a:pt x="288036" y="41815"/>
                </a:cubicBezTo>
                <a:cubicBezTo>
                  <a:pt x="288036" y="41815"/>
                  <a:pt x="296037" y="48101"/>
                  <a:pt x="298037" y="58865"/>
                </a:cubicBezTo>
                <a:cubicBezTo>
                  <a:pt x="300418" y="71628"/>
                  <a:pt x="305562" y="81725"/>
                  <a:pt x="312420" y="90202"/>
                </a:cubicBezTo>
                <a:cubicBezTo>
                  <a:pt x="325374" y="106299"/>
                  <a:pt x="336994" y="114491"/>
                  <a:pt x="342900" y="108585"/>
                </a:cubicBezTo>
                <a:cubicBezTo>
                  <a:pt x="349948" y="101441"/>
                  <a:pt x="335851" y="69533"/>
                  <a:pt x="317659" y="51721"/>
                </a:cubicBezTo>
                <a:cubicBezTo>
                  <a:pt x="296513" y="30956"/>
                  <a:pt x="290893" y="33623"/>
                  <a:pt x="278511" y="38100"/>
                </a:cubicBezTo>
                <a:cubicBezTo>
                  <a:pt x="268605" y="41624"/>
                  <a:pt x="263271" y="69818"/>
                  <a:pt x="237458" y="69247"/>
                </a:cubicBezTo>
                <a:cubicBezTo>
                  <a:pt x="233077" y="68771"/>
                  <a:pt x="221742" y="68485"/>
                  <a:pt x="216217" y="68485"/>
                </a:cubicBezTo>
                <a:cubicBezTo>
                  <a:pt x="219170" y="64484"/>
                  <a:pt x="221647" y="61341"/>
                  <a:pt x="221647" y="61341"/>
                </a:cubicBezTo>
                <a:cubicBezTo>
                  <a:pt x="221647" y="61341"/>
                  <a:pt x="212979" y="64865"/>
                  <a:pt x="205645" y="69247"/>
                </a:cubicBezTo>
                <a:lnTo>
                  <a:pt x="205073" y="68390"/>
                </a:lnTo>
                <a:cubicBezTo>
                  <a:pt x="207550" y="63151"/>
                  <a:pt x="210217" y="59817"/>
                  <a:pt x="210217" y="59817"/>
                </a:cubicBezTo>
                <a:cubicBezTo>
                  <a:pt x="210217" y="59817"/>
                  <a:pt x="203263" y="64008"/>
                  <a:pt x="196977" y="68961"/>
                </a:cubicBezTo>
                <a:cubicBezTo>
                  <a:pt x="198120" y="62770"/>
                  <a:pt x="202501" y="58769"/>
                  <a:pt x="202501" y="58769"/>
                </a:cubicBezTo>
                <a:cubicBezTo>
                  <a:pt x="202501" y="58769"/>
                  <a:pt x="193738" y="60293"/>
                  <a:pt x="182594" y="72581"/>
                </a:cubicBezTo>
                <a:cubicBezTo>
                  <a:pt x="169926" y="76010"/>
                  <a:pt x="166878" y="78296"/>
                  <a:pt x="156781" y="82772"/>
                </a:cubicBezTo>
                <a:cubicBezTo>
                  <a:pt x="140398" y="79153"/>
                  <a:pt x="132588" y="73438"/>
                  <a:pt x="125254" y="62770"/>
                </a:cubicBezTo>
                <a:cubicBezTo>
                  <a:pt x="119634" y="54674"/>
                  <a:pt x="109633" y="53435"/>
                  <a:pt x="99441" y="57626"/>
                </a:cubicBezTo>
                <a:cubicBezTo>
                  <a:pt x="84582" y="63722"/>
                  <a:pt x="65722" y="72200"/>
                  <a:pt x="65722" y="72200"/>
                </a:cubicBezTo>
                <a:cubicBezTo>
                  <a:pt x="65722" y="72200"/>
                  <a:pt x="71914" y="71914"/>
                  <a:pt x="78296" y="72200"/>
                </a:cubicBezTo>
                <a:cubicBezTo>
                  <a:pt x="69628" y="75533"/>
                  <a:pt x="61150" y="80105"/>
                  <a:pt x="61150" y="80105"/>
                </a:cubicBezTo>
                <a:cubicBezTo>
                  <a:pt x="61150" y="80105"/>
                  <a:pt x="65246" y="80105"/>
                  <a:pt x="70294" y="80105"/>
                </a:cubicBezTo>
                <a:cubicBezTo>
                  <a:pt x="66770" y="82963"/>
                  <a:pt x="64865" y="84392"/>
                  <a:pt x="61531" y="86583"/>
                </a:cubicBezTo>
                <a:cubicBezTo>
                  <a:pt x="53530" y="92393"/>
                  <a:pt x="47054" y="99155"/>
                  <a:pt x="47054" y="99155"/>
                </a:cubicBezTo>
                <a:cubicBezTo>
                  <a:pt x="47054" y="99155"/>
                  <a:pt x="52483" y="96679"/>
                  <a:pt x="57340" y="95250"/>
                </a:cubicBezTo>
                <a:cubicBezTo>
                  <a:pt x="53912" y="103061"/>
                  <a:pt x="47149" y="108776"/>
                  <a:pt x="48387" y="118396"/>
                </a:cubicBezTo>
                <a:cubicBezTo>
                  <a:pt x="49625" y="127159"/>
                  <a:pt x="60293" y="145161"/>
                  <a:pt x="74200" y="156210"/>
                </a:cubicBezTo>
                <a:cubicBezTo>
                  <a:pt x="75343" y="157258"/>
                  <a:pt x="94297" y="174689"/>
                  <a:pt x="108585" y="167545"/>
                </a:cubicBezTo>
                <a:cubicBezTo>
                  <a:pt x="122872" y="160306"/>
                  <a:pt x="128492" y="153924"/>
                  <a:pt x="130873" y="144113"/>
                </a:cubicBezTo>
                <a:cubicBezTo>
                  <a:pt x="133636" y="132779"/>
                  <a:pt x="132112" y="124301"/>
                  <a:pt x="126206" y="99822"/>
                </a:cubicBezTo>
                <a:cubicBezTo>
                  <a:pt x="124301" y="91726"/>
                  <a:pt x="119253" y="75057"/>
                  <a:pt x="116776" y="67151"/>
                </a:cubicBezTo>
                <a:lnTo>
                  <a:pt x="117348" y="66770"/>
                </a:lnTo>
                <a:cubicBezTo>
                  <a:pt x="122015" y="76581"/>
                  <a:pt x="133921" y="102584"/>
                  <a:pt x="138779" y="120015"/>
                </a:cubicBezTo>
                <a:cubicBezTo>
                  <a:pt x="146304" y="147257"/>
                  <a:pt x="143923" y="161068"/>
                  <a:pt x="140494" y="166116"/>
                </a:cubicBezTo>
                <a:cubicBezTo>
                  <a:pt x="130112" y="181451"/>
                  <a:pt x="103537" y="183452"/>
                  <a:pt x="91440" y="174975"/>
                </a:cubicBezTo>
                <a:cubicBezTo>
                  <a:pt x="89535" y="204216"/>
                  <a:pt x="96107" y="217170"/>
                  <a:pt x="98298" y="223647"/>
                </a:cubicBezTo>
                <a:cubicBezTo>
                  <a:pt x="97155" y="231077"/>
                  <a:pt x="102013" y="244983"/>
                  <a:pt x="102013" y="244983"/>
                </a:cubicBezTo>
                <a:cubicBezTo>
                  <a:pt x="102013" y="244983"/>
                  <a:pt x="102584" y="238696"/>
                  <a:pt x="104775" y="235363"/>
                </a:cubicBezTo>
                <a:cubicBezTo>
                  <a:pt x="105346" y="242792"/>
                  <a:pt x="109061" y="251555"/>
                  <a:pt x="109061" y="251555"/>
                </a:cubicBezTo>
                <a:cubicBezTo>
                  <a:pt x="109061" y="251555"/>
                  <a:pt x="108775" y="246126"/>
                  <a:pt x="110490" y="241459"/>
                </a:cubicBezTo>
                <a:cubicBezTo>
                  <a:pt x="112871" y="245554"/>
                  <a:pt x="114586" y="246507"/>
                  <a:pt x="116872" y="249555"/>
                </a:cubicBezTo>
                <a:cubicBezTo>
                  <a:pt x="119063" y="257461"/>
                  <a:pt x="123634" y="263271"/>
                  <a:pt x="123634" y="263271"/>
                </a:cubicBezTo>
                <a:cubicBezTo>
                  <a:pt x="123634" y="263271"/>
                  <a:pt x="122872" y="258985"/>
                  <a:pt x="123254" y="254603"/>
                </a:cubicBezTo>
                <a:cubicBezTo>
                  <a:pt x="134302" y="265176"/>
                  <a:pt x="136207" y="280797"/>
                  <a:pt x="137350" y="292703"/>
                </a:cubicBezTo>
                <a:cubicBezTo>
                  <a:pt x="140494" y="325565"/>
                  <a:pt x="85630" y="351663"/>
                  <a:pt x="74962" y="372237"/>
                </a:cubicBezTo>
                <a:cubicBezTo>
                  <a:pt x="66865" y="384429"/>
                  <a:pt x="62103" y="403670"/>
                  <a:pt x="75724" y="415004"/>
                </a:cubicBezTo>
                <a:cubicBezTo>
                  <a:pt x="85630" y="423101"/>
                  <a:pt x="91345" y="429483"/>
                  <a:pt x="95059" y="434816"/>
                </a:cubicBezTo>
                <a:lnTo>
                  <a:pt x="48768" y="441579"/>
                </a:lnTo>
                <a:lnTo>
                  <a:pt x="0" y="45911"/>
                </a:lnTo>
                <a:close/>
              </a:path>
            </a:pathLst>
          </a:custGeom>
          <a:solidFill>
            <a:srgbClr val="632C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llout_2">
  <p:cSld name="Callout_blue">
    <p:bg>
      <p:bgPr>
        <a:gradFill>
          <a:gsLst>
            <a:gs pos="0">
              <a:schemeClr val="accent2"/>
            </a:gs>
            <a:gs pos="30000">
              <a:schemeClr val="accent2"/>
            </a:gs>
            <a:gs pos="90000">
              <a:schemeClr val="accent4"/>
            </a:gs>
            <a:gs pos="100000">
              <a:schemeClr val="accent4"/>
            </a:gs>
          </a:gsLst>
          <a:lin ang="2700000" scaled="0"/>
        </a:gra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20"/>
          <p:cNvSpPr txBox="1">
            <a:spLocks noGrp="1"/>
          </p:cNvSpPr>
          <p:nvPr>
            <p:ph type="title"/>
          </p:nvPr>
        </p:nvSpPr>
        <p:spPr>
          <a:xfrm>
            <a:off x="695323" y="4395789"/>
            <a:ext cx="10795002" cy="1881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Roboto"/>
              <a:buNone/>
              <a:defRPr sz="5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0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llout_3">
  <p:cSld name="Callout_pink">
    <p:bg>
      <p:bgPr>
        <a:gradFill>
          <a:gsLst>
            <a:gs pos="0">
              <a:schemeClr val="dk2"/>
            </a:gs>
            <a:gs pos="90000">
              <a:srgbClr val="FF0080"/>
            </a:gs>
            <a:gs pos="100000">
              <a:srgbClr val="FF0080"/>
            </a:gs>
          </a:gsLst>
          <a:lin ang="2700006" scaled="0"/>
        </a:gra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title"/>
          </p:nvPr>
        </p:nvSpPr>
        <p:spPr>
          <a:xfrm>
            <a:off x="695323" y="4395789"/>
            <a:ext cx="10795002" cy="1881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Roboto"/>
              <a:buNone/>
              <a:defRPr sz="5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1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llout_4">
  <p:cSld name="Callout_green">
    <p:bg>
      <p:bgPr>
        <a:gradFill>
          <a:gsLst>
            <a:gs pos="0">
              <a:srgbClr val="00B765"/>
            </a:gs>
            <a:gs pos="30000">
              <a:srgbClr val="00B765"/>
            </a:gs>
            <a:gs pos="90000">
              <a:schemeClr val="accent4"/>
            </a:gs>
            <a:gs pos="100000">
              <a:schemeClr val="accent4"/>
            </a:gs>
          </a:gsLst>
          <a:lin ang="2698631" scaled="0"/>
        </a:gra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695323" y="4395789"/>
            <a:ext cx="10794900" cy="18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Roboto"/>
              <a:buNone/>
              <a:defRPr sz="5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2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llout_6">
  <p:cSld name="Callout_orange_1">
    <p:bg>
      <p:bgPr>
        <a:gradFill>
          <a:gsLst>
            <a:gs pos="0">
              <a:srgbClr val="5C00EF"/>
            </a:gs>
            <a:gs pos="30000">
              <a:srgbClr val="5C00EF"/>
            </a:gs>
            <a:gs pos="100000">
              <a:srgbClr val="0060FF"/>
            </a:gs>
          </a:gsLst>
          <a:lin ang="2698631" scaled="0"/>
        </a:gra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>
            <a:spLocks noGrp="1"/>
          </p:cNvSpPr>
          <p:nvPr>
            <p:ph type="title"/>
          </p:nvPr>
        </p:nvSpPr>
        <p:spPr>
          <a:xfrm>
            <a:off x="695323" y="4395789"/>
            <a:ext cx="10794900" cy="18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Roboto"/>
              <a:buNone/>
              <a:defRPr sz="5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24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rom_To_1">
  <p:cSld name="From_To_purple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5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5"/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gradFill>
            <a:gsLst>
              <a:gs pos="0">
                <a:srgbClr val="5C00EF"/>
              </a:gs>
              <a:gs pos="30000">
                <a:srgbClr val="5C00EF"/>
              </a:gs>
              <a:gs pos="90000">
                <a:srgbClr val="9C43FE"/>
              </a:gs>
              <a:gs pos="100000">
                <a:srgbClr val="9C43FE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5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25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Content_1">
  <p:cSld name="Title + Content_purple">
    <p:bg>
      <p:bgPr>
        <a:gradFill>
          <a:gsLst>
            <a:gs pos="0">
              <a:srgbClr val="5C00EF"/>
            </a:gs>
            <a:gs pos="30000">
              <a:srgbClr val="5C00EF"/>
            </a:gs>
            <a:gs pos="90000">
              <a:srgbClr val="9C43FE"/>
            </a:gs>
            <a:gs pos="100000">
              <a:srgbClr val="9C43FE"/>
            </a:gs>
          </a:gsLst>
          <a:lin ang="2700000" scaled="0"/>
        </a:gra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5002" cy="86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6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26"/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355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26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reenshot">
  <p:cSld name="Screenshot"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5002" cy="86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7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" name="Google Shape;153;p27"/>
          <p:cNvSpPr txBox="1">
            <a:spLocks noGrp="1"/>
          </p:cNvSpPr>
          <p:nvPr>
            <p:ph type="body" idx="1"/>
          </p:nvPr>
        </p:nvSpPr>
        <p:spPr>
          <a:xfrm>
            <a:off x="695325" y="1638300"/>
            <a:ext cx="10794900" cy="4638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01600" sx="101000" sy="101000" algn="ctr" rotWithShape="0">
              <a:srgbClr val="000000">
                <a:alpha val="9412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Content_3">
  <p:cSld name="Title + Content_pink">
    <p:bg>
      <p:bgPr>
        <a:gradFill>
          <a:gsLst>
            <a:gs pos="0">
              <a:schemeClr val="dk2"/>
            </a:gs>
            <a:gs pos="90000">
              <a:srgbClr val="FF0080"/>
            </a:gs>
            <a:gs pos="100000">
              <a:srgbClr val="FF0080"/>
            </a:gs>
          </a:gsLst>
          <a:lin ang="2700006" scaled="0"/>
        </a:gra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5002" cy="86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8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355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28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Content_2">
  <p:cSld name="Title + Content_blue">
    <p:bg>
      <p:bgPr>
        <a:gradFill>
          <a:gsLst>
            <a:gs pos="0">
              <a:schemeClr val="accent2"/>
            </a:gs>
            <a:gs pos="30000">
              <a:schemeClr val="accent2"/>
            </a:gs>
            <a:gs pos="90000">
              <a:schemeClr val="accent4"/>
            </a:gs>
            <a:gs pos="100000">
              <a:schemeClr val="accent4"/>
            </a:gs>
          </a:gsLst>
          <a:lin ang="2700000" scaled="0"/>
        </a:gra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5002" cy="86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9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29"/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355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29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Content_4">
  <p:cSld name="Title + Content_green">
    <p:bg>
      <p:bgPr>
        <a:gradFill>
          <a:gsLst>
            <a:gs pos="0">
              <a:srgbClr val="00B765"/>
            </a:gs>
            <a:gs pos="30000">
              <a:srgbClr val="00B765"/>
            </a:gs>
            <a:gs pos="90000">
              <a:schemeClr val="accent4"/>
            </a:gs>
            <a:gs pos="100000">
              <a:schemeClr val="accent4"/>
            </a:gs>
          </a:gsLst>
          <a:lin ang="2698631" scaled="0"/>
        </a:gra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5002" cy="86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0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30"/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355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30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Content_5">
  <p:cSld name="Title + Content_orange">
    <p:bg>
      <p:bgPr>
        <a:gradFill>
          <a:gsLst>
            <a:gs pos="0">
              <a:schemeClr val="accent3"/>
            </a:gs>
            <a:gs pos="30000">
              <a:schemeClr val="accent3"/>
            </a:gs>
            <a:gs pos="90000">
              <a:schemeClr val="accent5"/>
            </a:gs>
            <a:gs pos="100000">
              <a:schemeClr val="accent5"/>
            </a:gs>
          </a:gsLst>
          <a:lin ang="2698631" scaled="0"/>
        </a:gra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5002" cy="86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31"/>
          <p:cNvSpPr txBox="1">
            <a:spLocks noGrp="1"/>
          </p:cNvSpPr>
          <p:nvPr>
            <p:ph type="ftr" idx="11"/>
          </p:nvPr>
        </p:nvSpPr>
        <p:spPr>
          <a:xfrm>
            <a:off x="695325" y="6508466"/>
            <a:ext cx="10795000" cy="34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31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31"/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355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4" name="Google Shape;174;p31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Content_6">
  <p:cSld name="Title + Content_orange_1">
    <p:bg>
      <p:bgPr>
        <a:gradFill>
          <a:gsLst>
            <a:gs pos="0">
              <a:srgbClr val="5C00EF"/>
            </a:gs>
            <a:gs pos="30000">
              <a:srgbClr val="5C00EF"/>
            </a:gs>
            <a:gs pos="100000">
              <a:srgbClr val="0060FF"/>
            </a:gs>
          </a:gsLst>
          <a:lin ang="2698631" scaled="0"/>
        </a:gra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49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32"/>
          <p:cNvSpPr txBox="1">
            <a:spLocks noGrp="1"/>
          </p:cNvSpPr>
          <p:nvPr>
            <p:ph type="ftr" idx="11"/>
          </p:nvPr>
        </p:nvSpPr>
        <p:spPr>
          <a:xfrm>
            <a:off x="695325" y="6508466"/>
            <a:ext cx="107949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32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32"/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355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p32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/3_1">
  <p:cSld name="Content 1/3_purple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/>
          <p:nvPr/>
        </p:nvSpPr>
        <p:spPr>
          <a:xfrm>
            <a:off x="0" y="0"/>
            <a:ext cx="4161003" cy="6858000"/>
          </a:xfrm>
          <a:prstGeom prst="rect">
            <a:avLst/>
          </a:prstGeom>
          <a:gradFill>
            <a:gsLst>
              <a:gs pos="0">
                <a:srgbClr val="5C00EF"/>
              </a:gs>
              <a:gs pos="30000">
                <a:srgbClr val="5C00EF"/>
              </a:gs>
              <a:gs pos="90000">
                <a:srgbClr val="9C43FE"/>
              </a:gs>
              <a:gs pos="100000">
                <a:srgbClr val="9C43FE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3"/>
          <p:cNvSpPr txBox="1">
            <a:spLocks noGrp="1"/>
          </p:cNvSpPr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33"/>
          <p:cNvSpPr txBox="1">
            <a:spLocks noGrp="1"/>
          </p:cNvSpPr>
          <p:nvPr>
            <p:ph type="ftr" idx="11"/>
          </p:nvPr>
        </p:nvSpPr>
        <p:spPr>
          <a:xfrm>
            <a:off x="695325" y="6508466"/>
            <a:ext cx="10795000" cy="34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DDDD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33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33"/>
          <p:cNvSpPr txBox="1">
            <a:spLocks noGrp="1"/>
          </p:cNvSpPr>
          <p:nvPr>
            <p:ph type="body" idx="1"/>
          </p:nvPr>
        </p:nvSpPr>
        <p:spPr>
          <a:xfrm>
            <a:off x="685800" y="1687923"/>
            <a:ext cx="2755800" cy="45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33"/>
          <p:cNvSpPr txBox="1">
            <a:spLocks noGrp="1"/>
          </p:cNvSpPr>
          <p:nvPr>
            <p:ph type="body" idx="2"/>
          </p:nvPr>
        </p:nvSpPr>
        <p:spPr>
          <a:xfrm>
            <a:off x="4718951" y="801850"/>
            <a:ext cx="6771300" cy="52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/3_2">
  <p:cSld name="Content 1/3_blue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/>
          <p:nvPr/>
        </p:nvSpPr>
        <p:spPr>
          <a:xfrm>
            <a:off x="0" y="0"/>
            <a:ext cx="4161003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000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34"/>
          <p:cNvSpPr txBox="1">
            <a:spLocks noGrp="1"/>
          </p:cNvSpPr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34"/>
          <p:cNvSpPr txBox="1">
            <a:spLocks noGrp="1"/>
          </p:cNvSpPr>
          <p:nvPr>
            <p:ph type="ftr" idx="11"/>
          </p:nvPr>
        </p:nvSpPr>
        <p:spPr>
          <a:xfrm>
            <a:off x="695325" y="6508466"/>
            <a:ext cx="10795000" cy="34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DDDD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4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34"/>
          <p:cNvSpPr txBox="1">
            <a:spLocks noGrp="1"/>
          </p:cNvSpPr>
          <p:nvPr>
            <p:ph type="body" idx="1"/>
          </p:nvPr>
        </p:nvSpPr>
        <p:spPr>
          <a:xfrm>
            <a:off x="685800" y="1687923"/>
            <a:ext cx="2755800" cy="45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4" name="Google Shape;194;p34"/>
          <p:cNvSpPr txBox="1">
            <a:spLocks noGrp="1"/>
          </p:cNvSpPr>
          <p:nvPr>
            <p:ph type="body" idx="2"/>
          </p:nvPr>
        </p:nvSpPr>
        <p:spPr>
          <a:xfrm>
            <a:off x="4718951" y="801850"/>
            <a:ext cx="6769800" cy="52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/3_4">
  <p:cSld name="Content 1/3_green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/>
          <p:nvPr/>
        </p:nvSpPr>
        <p:spPr>
          <a:xfrm>
            <a:off x="0" y="0"/>
            <a:ext cx="4161000" cy="6858000"/>
          </a:xfrm>
          <a:prstGeom prst="rect">
            <a:avLst/>
          </a:prstGeom>
          <a:gradFill>
            <a:gsLst>
              <a:gs pos="0">
                <a:srgbClr val="00B765"/>
              </a:gs>
              <a:gs pos="30000">
                <a:srgbClr val="00B765"/>
              </a:gs>
              <a:gs pos="90000">
                <a:schemeClr val="accent4"/>
              </a:gs>
              <a:gs pos="100000">
                <a:schemeClr val="accent4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5"/>
          <p:cNvSpPr txBox="1">
            <a:spLocks noGrp="1"/>
          </p:cNvSpPr>
          <p:nvPr>
            <p:ph type="title"/>
          </p:nvPr>
        </p:nvSpPr>
        <p:spPr>
          <a:xfrm>
            <a:off x="685800" y="311151"/>
            <a:ext cx="2755800" cy="10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35"/>
          <p:cNvSpPr txBox="1">
            <a:spLocks noGrp="1"/>
          </p:cNvSpPr>
          <p:nvPr>
            <p:ph type="ftr" idx="11"/>
          </p:nvPr>
        </p:nvSpPr>
        <p:spPr>
          <a:xfrm>
            <a:off x="695325" y="6508466"/>
            <a:ext cx="10795000" cy="34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DDDD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35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35"/>
          <p:cNvSpPr txBox="1">
            <a:spLocks noGrp="1"/>
          </p:cNvSpPr>
          <p:nvPr>
            <p:ph type="body" idx="1"/>
          </p:nvPr>
        </p:nvSpPr>
        <p:spPr>
          <a:xfrm>
            <a:off x="685800" y="1687923"/>
            <a:ext cx="2755800" cy="45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1" name="Google Shape;201;p35"/>
          <p:cNvSpPr txBox="1">
            <a:spLocks noGrp="1"/>
          </p:cNvSpPr>
          <p:nvPr>
            <p:ph type="body" idx="2"/>
          </p:nvPr>
        </p:nvSpPr>
        <p:spPr>
          <a:xfrm>
            <a:off x="4718951" y="801850"/>
            <a:ext cx="6769800" cy="52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/3_5">
  <p:cSld name="Content 1/3_orange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6"/>
          <p:cNvSpPr/>
          <p:nvPr/>
        </p:nvSpPr>
        <p:spPr>
          <a:xfrm>
            <a:off x="0" y="0"/>
            <a:ext cx="4161000" cy="6858000"/>
          </a:xfrm>
          <a:prstGeom prst="rect">
            <a:avLst/>
          </a:prstGeom>
          <a:gradFill>
            <a:gsLst>
              <a:gs pos="0">
                <a:schemeClr val="accent3"/>
              </a:gs>
              <a:gs pos="30000">
                <a:schemeClr val="accent3"/>
              </a:gs>
              <a:gs pos="90000">
                <a:schemeClr val="accent5"/>
              </a:gs>
              <a:gs pos="100000">
                <a:schemeClr val="accent5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6"/>
          <p:cNvSpPr txBox="1">
            <a:spLocks noGrp="1"/>
          </p:cNvSpPr>
          <p:nvPr>
            <p:ph type="title"/>
          </p:nvPr>
        </p:nvSpPr>
        <p:spPr>
          <a:xfrm>
            <a:off x="685800" y="311151"/>
            <a:ext cx="2755900" cy="106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36"/>
          <p:cNvSpPr txBox="1">
            <a:spLocks noGrp="1"/>
          </p:cNvSpPr>
          <p:nvPr>
            <p:ph type="ftr" idx="11"/>
          </p:nvPr>
        </p:nvSpPr>
        <p:spPr>
          <a:xfrm>
            <a:off x="695325" y="6508466"/>
            <a:ext cx="10795000" cy="34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DDDD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36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7" name="Google Shape;207;p36"/>
          <p:cNvSpPr txBox="1">
            <a:spLocks noGrp="1"/>
          </p:cNvSpPr>
          <p:nvPr>
            <p:ph type="body" idx="1"/>
          </p:nvPr>
        </p:nvSpPr>
        <p:spPr>
          <a:xfrm>
            <a:off x="685800" y="1687923"/>
            <a:ext cx="2755800" cy="45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36"/>
          <p:cNvSpPr txBox="1">
            <a:spLocks noGrp="1"/>
          </p:cNvSpPr>
          <p:nvPr>
            <p:ph type="body" idx="2"/>
          </p:nvPr>
        </p:nvSpPr>
        <p:spPr>
          <a:xfrm>
            <a:off x="4718950" y="801850"/>
            <a:ext cx="6769800" cy="52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/3_6">
  <p:cSld name="Content 1/3_orange_1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7"/>
          <p:cNvSpPr/>
          <p:nvPr/>
        </p:nvSpPr>
        <p:spPr>
          <a:xfrm>
            <a:off x="0" y="0"/>
            <a:ext cx="4161000" cy="6858000"/>
          </a:xfrm>
          <a:prstGeom prst="rect">
            <a:avLst/>
          </a:prstGeom>
          <a:gradFill>
            <a:gsLst>
              <a:gs pos="0">
                <a:srgbClr val="5C00EF"/>
              </a:gs>
              <a:gs pos="30000">
                <a:srgbClr val="5C00EF"/>
              </a:gs>
              <a:gs pos="100000">
                <a:srgbClr val="0060FF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37"/>
          <p:cNvSpPr txBox="1">
            <a:spLocks noGrp="1"/>
          </p:cNvSpPr>
          <p:nvPr>
            <p:ph type="title"/>
          </p:nvPr>
        </p:nvSpPr>
        <p:spPr>
          <a:xfrm>
            <a:off x="685800" y="311151"/>
            <a:ext cx="2755800" cy="10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37"/>
          <p:cNvSpPr txBox="1">
            <a:spLocks noGrp="1"/>
          </p:cNvSpPr>
          <p:nvPr>
            <p:ph type="ftr" idx="11"/>
          </p:nvPr>
        </p:nvSpPr>
        <p:spPr>
          <a:xfrm>
            <a:off x="695325" y="6508466"/>
            <a:ext cx="107949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DDDD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37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" name="Google Shape;214;p37"/>
          <p:cNvSpPr txBox="1">
            <a:spLocks noGrp="1"/>
          </p:cNvSpPr>
          <p:nvPr>
            <p:ph type="body" idx="1"/>
          </p:nvPr>
        </p:nvSpPr>
        <p:spPr>
          <a:xfrm>
            <a:off x="685800" y="1687923"/>
            <a:ext cx="2755800" cy="45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5" name="Google Shape;215;p37"/>
          <p:cNvSpPr txBox="1">
            <a:spLocks noGrp="1"/>
          </p:cNvSpPr>
          <p:nvPr>
            <p:ph type="body" idx="2"/>
          </p:nvPr>
        </p:nvSpPr>
        <p:spPr>
          <a:xfrm>
            <a:off x="4718951" y="801850"/>
            <a:ext cx="6771300" cy="52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2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rom_To_2">
  <p:cSld name="From_To_blue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38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8"/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0000">
                <a:schemeClr val="accent2"/>
              </a:gs>
              <a:gs pos="90000">
                <a:schemeClr val="accent4"/>
              </a:gs>
              <a:gs pos="100000">
                <a:schemeClr val="accent4"/>
              </a:gs>
            </a:gsLst>
            <a:lin ang="2698631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38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" name="Google Shape;220;p38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rom_To_3">
  <p:cSld name="From_To_pink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9"/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gradFill>
            <a:gsLst>
              <a:gs pos="0">
                <a:schemeClr val="dk2"/>
              </a:gs>
              <a:gs pos="90000">
                <a:srgbClr val="FF0080"/>
              </a:gs>
              <a:gs pos="100000">
                <a:srgbClr val="FF0080"/>
              </a:gs>
            </a:gsLst>
            <a:lin ang="2700006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3" name="Google Shape;223;p39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0" y="0"/>
            <a:ext cx="6095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9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5" name="Google Shape;225;p39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rom_To_4">
  <p:cSld name="From_To_green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0"/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gradFill>
            <a:gsLst>
              <a:gs pos="0">
                <a:srgbClr val="00B765"/>
              </a:gs>
              <a:gs pos="30000">
                <a:srgbClr val="00B765"/>
              </a:gs>
              <a:gs pos="90000">
                <a:schemeClr val="accent4"/>
              </a:gs>
              <a:gs pos="100000">
                <a:schemeClr val="accent4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0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9" name="Google Shape;229;p40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40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rom_To_5">
  <p:cSld name="From_To_orange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1"/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gradFill>
            <a:gsLst>
              <a:gs pos="0">
                <a:schemeClr val="accent3"/>
              </a:gs>
              <a:gs pos="30000">
                <a:schemeClr val="accent3"/>
              </a:gs>
              <a:gs pos="90000">
                <a:schemeClr val="accent5"/>
              </a:gs>
              <a:gs pos="100000">
                <a:schemeClr val="accent5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41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41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" name="Google Shape;235;p41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rom_To_6">
  <p:cSld name="From_To_orange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2"/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gradFill>
            <a:gsLst>
              <a:gs pos="0">
                <a:srgbClr val="5C00EF"/>
              </a:gs>
              <a:gs pos="30000">
                <a:srgbClr val="5C00EF"/>
              </a:gs>
              <a:gs pos="100000">
                <a:srgbClr val="0060FF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8" name="Google Shape;238;p42"/>
          <p:cNvPicPr preferRelativeResize="0"/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42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" name="Google Shape;240;p42"/>
          <p:cNvSpPr/>
          <p:nvPr/>
        </p:nvSpPr>
        <p:spPr>
          <a:xfrm>
            <a:off x="10613297" y="6457087"/>
            <a:ext cx="1048042" cy="256305"/>
          </a:xfrm>
          <a:custGeom>
            <a:avLst/>
            <a:gdLst/>
            <a:ahLst/>
            <a:cxnLst/>
            <a:rect l="l" t="t" r="r" b="b"/>
            <a:pathLst>
              <a:path w="1863185" h="455654" extrusionOk="0">
                <a:moveTo>
                  <a:pt x="377190" y="254103"/>
                </a:moveTo>
                <a:lnTo>
                  <a:pt x="345376" y="320874"/>
                </a:lnTo>
                <a:lnTo>
                  <a:pt x="303466" y="293251"/>
                </a:lnTo>
                <a:lnTo>
                  <a:pt x="268510" y="351640"/>
                </a:lnTo>
                <a:lnTo>
                  <a:pt x="227838" y="339733"/>
                </a:lnTo>
                <a:lnTo>
                  <a:pt x="192024" y="394311"/>
                </a:lnTo>
                <a:lnTo>
                  <a:pt x="193834" y="411552"/>
                </a:lnTo>
                <a:lnTo>
                  <a:pt x="193929" y="411552"/>
                </a:lnTo>
                <a:lnTo>
                  <a:pt x="388525" y="375738"/>
                </a:lnTo>
                <a:close/>
                <a:moveTo>
                  <a:pt x="388906" y="229148"/>
                </a:moveTo>
                <a:lnTo>
                  <a:pt x="401955" y="387073"/>
                </a:lnTo>
                <a:lnTo>
                  <a:pt x="182785" y="426601"/>
                </a:lnTo>
                <a:lnTo>
                  <a:pt x="163830" y="268486"/>
                </a:lnTo>
                <a:lnTo>
                  <a:pt x="195072" y="264200"/>
                </a:lnTo>
                <a:cubicBezTo>
                  <a:pt x="200120" y="266486"/>
                  <a:pt x="203645" y="267343"/>
                  <a:pt x="209740" y="268867"/>
                </a:cubicBezTo>
                <a:cubicBezTo>
                  <a:pt x="219170" y="271344"/>
                  <a:pt x="230029" y="273630"/>
                  <a:pt x="246221" y="265534"/>
                </a:cubicBezTo>
                <a:cubicBezTo>
                  <a:pt x="250031" y="263628"/>
                  <a:pt x="257842" y="256485"/>
                  <a:pt x="260985" y="252389"/>
                </a:cubicBezTo>
                <a:lnTo>
                  <a:pt x="388906" y="229243"/>
                </a:lnTo>
                <a:close/>
                <a:moveTo>
                  <a:pt x="291560" y="178189"/>
                </a:moveTo>
                <a:cubicBezTo>
                  <a:pt x="289655" y="177142"/>
                  <a:pt x="280606" y="177523"/>
                  <a:pt x="274320" y="178285"/>
                </a:cubicBezTo>
                <a:cubicBezTo>
                  <a:pt x="262223" y="179713"/>
                  <a:pt x="249269" y="183904"/>
                  <a:pt x="246412" y="186095"/>
                </a:cubicBezTo>
                <a:lnTo>
                  <a:pt x="246507" y="186190"/>
                </a:lnTo>
                <a:cubicBezTo>
                  <a:pt x="241363" y="190191"/>
                  <a:pt x="243745" y="197144"/>
                  <a:pt x="247555" y="200001"/>
                </a:cubicBezTo>
                <a:cubicBezTo>
                  <a:pt x="258223" y="208002"/>
                  <a:pt x="267653" y="213432"/>
                  <a:pt x="277558" y="212098"/>
                </a:cubicBezTo>
                <a:cubicBezTo>
                  <a:pt x="283655" y="211241"/>
                  <a:pt x="288988" y="201621"/>
                  <a:pt x="292798" y="192858"/>
                </a:cubicBezTo>
                <a:cubicBezTo>
                  <a:pt x="295370" y="186762"/>
                  <a:pt x="295370" y="180285"/>
                  <a:pt x="291560" y="178189"/>
                </a:cubicBezTo>
                <a:close/>
                <a:moveTo>
                  <a:pt x="1288923" y="158473"/>
                </a:moveTo>
                <a:lnTo>
                  <a:pt x="1288923" y="297442"/>
                </a:lnTo>
                <a:lnTo>
                  <a:pt x="1334166" y="297442"/>
                </a:lnTo>
                <a:cubicBezTo>
                  <a:pt x="1376743" y="297442"/>
                  <a:pt x="1398079" y="272391"/>
                  <a:pt x="1398079" y="222385"/>
                </a:cubicBezTo>
                <a:cubicBezTo>
                  <a:pt x="1398079" y="179808"/>
                  <a:pt x="1376743" y="158473"/>
                  <a:pt x="1334166" y="158473"/>
                </a:cubicBezTo>
                <a:close/>
                <a:moveTo>
                  <a:pt x="528923" y="158473"/>
                </a:moveTo>
                <a:lnTo>
                  <a:pt x="528923" y="297442"/>
                </a:lnTo>
                <a:lnTo>
                  <a:pt x="574167" y="297442"/>
                </a:lnTo>
                <a:cubicBezTo>
                  <a:pt x="616743" y="297442"/>
                  <a:pt x="637984" y="272391"/>
                  <a:pt x="637984" y="222385"/>
                </a:cubicBezTo>
                <a:cubicBezTo>
                  <a:pt x="637984" y="179808"/>
                  <a:pt x="616743" y="158473"/>
                  <a:pt x="574167" y="158473"/>
                </a:cubicBezTo>
                <a:close/>
                <a:moveTo>
                  <a:pt x="1564862" y="156949"/>
                </a:moveTo>
                <a:cubicBezTo>
                  <a:pt x="1523523" y="156949"/>
                  <a:pt x="1501330" y="180380"/>
                  <a:pt x="1501330" y="227338"/>
                </a:cubicBezTo>
                <a:cubicBezTo>
                  <a:pt x="1501330" y="274297"/>
                  <a:pt x="1522475" y="298776"/>
                  <a:pt x="1564862" y="298776"/>
                </a:cubicBezTo>
                <a:cubicBezTo>
                  <a:pt x="1606200" y="298776"/>
                  <a:pt x="1626869" y="274963"/>
                  <a:pt x="1626869" y="227338"/>
                </a:cubicBezTo>
                <a:cubicBezTo>
                  <a:pt x="1626869" y="179713"/>
                  <a:pt x="1606200" y="156949"/>
                  <a:pt x="1564862" y="156949"/>
                </a:cubicBezTo>
                <a:close/>
                <a:moveTo>
                  <a:pt x="1250918" y="125516"/>
                </a:moveTo>
                <a:lnTo>
                  <a:pt x="1339881" y="125516"/>
                </a:lnTo>
                <a:cubicBezTo>
                  <a:pt x="1403984" y="125516"/>
                  <a:pt x="1436084" y="157806"/>
                  <a:pt x="1436084" y="222385"/>
                </a:cubicBezTo>
                <a:cubicBezTo>
                  <a:pt x="1436084" y="294394"/>
                  <a:pt x="1404080" y="330399"/>
                  <a:pt x="1339881" y="330399"/>
                </a:cubicBezTo>
                <a:lnTo>
                  <a:pt x="1250918" y="330399"/>
                </a:lnTo>
                <a:close/>
                <a:moveTo>
                  <a:pt x="1095755" y="125516"/>
                </a:moveTo>
                <a:lnTo>
                  <a:pt x="1136618" y="125516"/>
                </a:lnTo>
                <a:lnTo>
                  <a:pt x="1225677" y="330399"/>
                </a:lnTo>
                <a:lnTo>
                  <a:pt x="1184719" y="330399"/>
                </a:lnTo>
                <a:lnTo>
                  <a:pt x="1158906" y="274487"/>
                </a:lnTo>
                <a:lnTo>
                  <a:pt x="1093184" y="274487"/>
                </a:lnTo>
                <a:lnTo>
                  <a:pt x="1106233" y="241531"/>
                </a:lnTo>
                <a:lnTo>
                  <a:pt x="1148810" y="241531"/>
                </a:lnTo>
                <a:lnTo>
                  <a:pt x="1115282" y="164664"/>
                </a:lnTo>
                <a:lnTo>
                  <a:pt x="1047654" y="330399"/>
                </a:lnTo>
                <a:lnTo>
                  <a:pt x="1008602" y="330399"/>
                </a:lnTo>
                <a:close/>
                <a:moveTo>
                  <a:pt x="872395" y="125516"/>
                </a:moveTo>
                <a:lnTo>
                  <a:pt x="1028129" y="125516"/>
                </a:lnTo>
                <a:lnTo>
                  <a:pt x="1028129" y="158473"/>
                </a:lnTo>
                <a:lnTo>
                  <a:pt x="969264" y="158473"/>
                </a:lnTo>
                <a:lnTo>
                  <a:pt x="969264" y="330399"/>
                </a:lnTo>
                <a:lnTo>
                  <a:pt x="931260" y="330399"/>
                </a:lnTo>
                <a:lnTo>
                  <a:pt x="931260" y="158473"/>
                </a:lnTo>
                <a:lnTo>
                  <a:pt x="872395" y="158473"/>
                </a:lnTo>
                <a:close/>
                <a:moveTo>
                  <a:pt x="764000" y="125516"/>
                </a:moveTo>
                <a:lnTo>
                  <a:pt x="804862" y="125516"/>
                </a:lnTo>
                <a:lnTo>
                  <a:pt x="893921" y="330399"/>
                </a:lnTo>
                <a:lnTo>
                  <a:pt x="852963" y="330399"/>
                </a:lnTo>
                <a:lnTo>
                  <a:pt x="827150" y="274487"/>
                </a:lnTo>
                <a:lnTo>
                  <a:pt x="761428" y="274487"/>
                </a:lnTo>
                <a:lnTo>
                  <a:pt x="774477" y="241531"/>
                </a:lnTo>
                <a:lnTo>
                  <a:pt x="817149" y="241531"/>
                </a:lnTo>
                <a:lnTo>
                  <a:pt x="783526" y="164664"/>
                </a:lnTo>
                <a:lnTo>
                  <a:pt x="715899" y="330399"/>
                </a:lnTo>
                <a:lnTo>
                  <a:pt x="676846" y="330399"/>
                </a:lnTo>
                <a:close/>
                <a:moveTo>
                  <a:pt x="490918" y="125516"/>
                </a:moveTo>
                <a:lnTo>
                  <a:pt x="579882" y="125516"/>
                </a:lnTo>
                <a:cubicBezTo>
                  <a:pt x="643985" y="125516"/>
                  <a:pt x="676084" y="157806"/>
                  <a:pt x="676084" y="222385"/>
                </a:cubicBezTo>
                <a:cubicBezTo>
                  <a:pt x="676084" y="294394"/>
                  <a:pt x="643985" y="330399"/>
                  <a:pt x="579882" y="330399"/>
                </a:cubicBezTo>
                <a:lnTo>
                  <a:pt x="490918" y="330399"/>
                </a:lnTo>
                <a:close/>
                <a:moveTo>
                  <a:pt x="1802796" y="123992"/>
                </a:moveTo>
                <a:cubicBezTo>
                  <a:pt x="1825275" y="123992"/>
                  <a:pt x="1845373" y="127326"/>
                  <a:pt x="1863089" y="133993"/>
                </a:cubicBezTo>
                <a:lnTo>
                  <a:pt x="1863089" y="168378"/>
                </a:lnTo>
                <a:cubicBezTo>
                  <a:pt x="1845373" y="160759"/>
                  <a:pt x="1826227" y="156949"/>
                  <a:pt x="1805654" y="156949"/>
                </a:cubicBezTo>
                <a:cubicBezTo>
                  <a:pt x="1756409" y="156949"/>
                  <a:pt x="1731740" y="179618"/>
                  <a:pt x="1731740" y="225052"/>
                </a:cubicBezTo>
                <a:cubicBezTo>
                  <a:pt x="1731740" y="274297"/>
                  <a:pt x="1754981" y="298871"/>
                  <a:pt x="1801463" y="298871"/>
                </a:cubicBezTo>
                <a:cubicBezTo>
                  <a:pt x="1808320" y="298871"/>
                  <a:pt x="1816226" y="297728"/>
                  <a:pt x="1824989" y="295442"/>
                </a:cubicBezTo>
                <a:lnTo>
                  <a:pt x="1824989" y="247531"/>
                </a:lnTo>
                <a:lnTo>
                  <a:pt x="1825180" y="247531"/>
                </a:lnTo>
                <a:lnTo>
                  <a:pt x="1824989" y="247436"/>
                </a:lnTo>
                <a:lnTo>
                  <a:pt x="1824989" y="247531"/>
                </a:lnTo>
                <a:lnTo>
                  <a:pt x="1788890" y="247531"/>
                </a:lnTo>
                <a:lnTo>
                  <a:pt x="1801748" y="213813"/>
                </a:lnTo>
                <a:lnTo>
                  <a:pt x="1863185" y="213813"/>
                </a:lnTo>
                <a:lnTo>
                  <a:pt x="1863185" y="320969"/>
                </a:lnTo>
                <a:cubicBezTo>
                  <a:pt x="1846611" y="328208"/>
                  <a:pt x="1825942" y="331827"/>
                  <a:pt x="1800987" y="331827"/>
                </a:cubicBezTo>
                <a:cubicBezTo>
                  <a:pt x="1728501" y="331827"/>
                  <a:pt x="1692306" y="296204"/>
                  <a:pt x="1692306" y="225052"/>
                </a:cubicBezTo>
                <a:cubicBezTo>
                  <a:pt x="1692306" y="157615"/>
                  <a:pt x="1729168" y="123992"/>
                  <a:pt x="1802796" y="123992"/>
                </a:cubicBezTo>
                <a:close/>
                <a:moveTo>
                  <a:pt x="1564862" y="123992"/>
                </a:moveTo>
                <a:cubicBezTo>
                  <a:pt x="1633537" y="123992"/>
                  <a:pt x="1666303" y="158758"/>
                  <a:pt x="1666303" y="228196"/>
                </a:cubicBezTo>
                <a:cubicBezTo>
                  <a:pt x="1666303" y="297633"/>
                  <a:pt x="1632489" y="331827"/>
                  <a:pt x="1564862" y="331827"/>
                </a:cubicBezTo>
                <a:cubicBezTo>
                  <a:pt x="1497234" y="331827"/>
                  <a:pt x="1464849" y="297252"/>
                  <a:pt x="1461801" y="228196"/>
                </a:cubicBezTo>
                <a:cubicBezTo>
                  <a:pt x="1461801" y="158758"/>
                  <a:pt x="1496187" y="123992"/>
                  <a:pt x="1564862" y="123992"/>
                </a:cubicBezTo>
                <a:close/>
                <a:moveTo>
                  <a:pt x="175915" y="112919"/>
                </a:moveTo>
                <a:cubicBezTo>
                  <a:pt x="169283" y="112800"/>
                  <a:pt x="160258" y="114420"/>
                  <a:pt x="152400" y="119801"/>
                </a:cubicBezTo>
                <a:cubicBezTo>
                  <a:pt x="140779" y="127707"/>
                  <a:pt x="140398" y="144661"/>
                  <a:pt x="151543" y="154282"/>
                </a:cubicBezTo>
                <a:cubicBezTo>
                  <a:pt x="152590" y="155234"/>
                  <a:pt x="153543" y="155901"/>
                  <a:pt x="154400" y="156472"/>
                </a:cubicBezTo>
                <a:cubicBezTo>
                  <a:pt x="157639" y="154948"/>
                  <a:pt x="161354" y="153424"/>
                  <a:pt x="165640" y="151996"/>
                </a:cubicBezTo>
                <a:cubicBezTo>
                  <a:pt x="172879" y="149614"/>
                  <a:pt x="178784" y="148471"/>
                  <a:pt x="183737" y="147805"/>
                </a:cubicBezTo>
                <a:cubicBezTo>
                  <a:pt x="186118" y="145138"/>
                  <a:pt x="188786" y="140566"/>
                  <a:pt x="188119" y="132184"/>
                </a:cubicBezTo>
                <a:cubicBezTo>
                  <a:pt x="187262" y="120849"/>
                  <a:pt x="178594" y="122659"/>
                  <a:pt x="185071" y="116467"/>
                </a:cubicBezTo>
                <a:cubicBezTo>
                  <a:pt x="186786" y="114896"/>
                  <a:pt x="182547" y="113038"/>
                  <a:pt x="175915" y="112919"/>
                </a:cubicBezTo>
                <a:close/>
                <a:moveTo>
                  <a:pt x="264509" y="101037"/>
                </a:moveTo>
                <a:cubicBezTo>
                  <a:pt x="258985" y="98465"/>
                  <a:pt x="251174" y="99227"/>
                  <a:pt x="248603" y="102466"/>
                </a:cubicBezTo>
                <a:cubicBezTo>
                  <a:pt x="249079" y="102561"/>
                  <a:pt x="249460" y="102656"/>
                  <a:pt x="249841" y="102751"/>
                </a:cubicBezTo>
                <a:cubicBezTo>
                  <a:pt x="253746" y="104085"/>
                  <a:pt x="251079" y="105418"/>
                  <a:pt x="250412" y="107038"/>
                </a:cubicBezTo>
                <a:cubicBezTo>
                  <a:pt x="249746" y="108657"/>
                  <a:pt x="248698" y="109705"/>
                  <a:pt x="250412" y="114848"/>
                </a:cubicBezTo>
                <a:lnTo>
                  <a:pt x="250412" y="115134"/>
                </a:lnTo>
                <a:cubicBezTo>
                  <a:pt x="250507" y="115324"/>
                  <a:pt x="250698" y="115610"/>
                  <a:pt x="250698" y="115801"/>
                </a:cubicBezTo>
                <a:cubicBezTo>
                  <a:pt x="250888" y="116277"/>
                  <a:pt x="251079" y="116753"/>
                  <a:pt x="251365" y="117325"/>
                </a:cubicBezTo>
                <a:cubicBezTo>
                  <a:pt x="254317" y="123325"/>
                  <a:pt x="257556" y="129040"/>
                  <a:pt x="262985" y="131898"/>
                </a:cubicBezTo>
                <a:cubicBezTo>
                  <a:pt x="264414" y="131612"/>
                  <a:pt x="265843" y="131422"/>
                  <a:pt x="267367" y="131422"/>
                </a:cubicBezTo>
                <a:cubicBezTo>
                  <a:pt x="272415" y="131231"/>
                  <a:pt x="275654" y="131993"/>
                  <a:pt x="277654" y="133136"/>
                </a:cubicBezTo>
                <a:cubicBezTo>
                  <a:pt x="277749" y="132184"/>
                  <a:pt x="277844" y="130660"/>
                  <a:pt x="277749" y="128469"/>
                </a:cubicBezTo>
                <a:cubicBezTo>
                  <a:pt x="277368" y="120849"/>
                  <a:pt x="279273" y="107800"/>
                  <a:pt x="264605" y="101037"/>
                </a:cubicBezTo>
                <a:close/>
                <a:moveTo>
                  <a:pt x="258842" y="501"/>
                </a:moveTo>
                <a:cubicBezTo>
                  <a:pt x="264676" y="1930"/>
                  <a:pt x="271653" y="6645"/>
                  <a:pt x="282702" y="17503"/>
                </a:cubicBezTo>
                <a:cubicBezTo>
                  <a:pt x="301657" y="36172"/>
                  <a:pt x="316421" y="69509"/>
                  <a:pt x="309086" y="76939"/>
                </a:cubicBezTo>
                <a:cubicBezTo>
                  <a:pt x="302895" y="83130"/>
                  <a:pt x="290798" y="74462"/>
                  <a:pt x="277273" y="57698"/>
                </a:cubicBezTo>
                <a:cubicBezTo>
                  <a:pt x="270129" y="48840"/>
                  <a:pt x="264700" y="38267"/>
                  <a:pt x="262223" y="24932"/>
                </a:cubicBezTo>
                <a:cubicBezTo>
                  <a:pt x="260128" y="13693"/>
                  <a:pt x="251841" y="7120"/>
                  <a:pt x="251841" y="7120"/>
                </a:cubicBezTo>
                <a:cubicBezTo>
                  <a:pt x="251841" y="7120"/>
                  <a:pt x="256699" y="17884"/>
                  <a:pt x="256699" y="27313"/>
                </a:cubicBezTo>
                <a:cubicBezTo>
                  <a:pt x="256699" y="32457"/>
                  <a:pt x="257365" y="51697"/>
                  <a:pt x="265652" y="62556"/>
                </a:cubicBezTo>
                <a:cubicBezTo>
                  <a:pt x="264795" y="64175"/>
                  <a:pt x="264414" y="70366"/>
                  <a:pt x="263557" y="71605"/>
                </a:cubicBezTo>
                <a:cubicBezTo>
                  <a:pt x="253937" y="59984"/>
                  <a:pt x="233267" y="51697"/>
                  <a:pt x="229933" y="49221"/>
                </a:cubicBezTo>
                <a:cubicBezTo>
                  <a:pt x="241363" y="58555"/>
                  <a:pt x="267557" y="79987"/>
                  <a:pt x="277654" y="100561"/>
                </a:cubicBezTo>
                <a:cubicBezTo>
                  <a:pt x="287179" y="119992"/>
                  <a:pt x="281559" y="137803"/>
                  <a:pt x="286417" y="142471"/>
                </a:cubicBezTo>
                <a:cubicBezTo>
                  <a:pt x="287846" y="143709"/>
                  <a:pt x="306896" y="167521"/>
                  <a:pt x="310610" y="179523"/>
                </a:cubicBezTo>
                <a:cubicBezTo>
                  <a:pt x="317087" y="200287"/>
                  <a:pt x="310991" y="222195"/>
                  <a:pt x="302609" y="235816"/>
                </a:cubicBezTo>
                <a:lnTo>
                  <a:pt x="279178" y="239435"/>
                </a:lnTo>
                <a:cubicBezTo>
                  <a:pt x="275749" y="238483"/>
                  <a:pt x="273367" y="238006"/>
                  <a:pt x="270320" y="236197"/>
                </a:cubicBezTo>
                <a:cubicBezTo>
                  <a:pt x="272034" y="233244"/>
                  <a:pt x="275463" y="225719"/>
                  <a:pt x="275463" y="224195"/>
                </a:cubicBezTo>
                <a:lnTo>
                  <a:pt x="274130" y="221909"/>
                </a:lnTo>
                <a:cubicBezTo>
                  <a:pt x="266890" y="232196"/>
                  <a:pt x="254698" y="242197"/>
                  <a:pt x="244507" y="248008"/>
                </a:cubicBezTo>
                <a:cubicBezTo>
                  <a:pt x="231267" y="255627"/>
                  <a:pt x="215932" y="254389"/>
                  <a:pt x="205930" y="251341"/>
                </a:cubicBezTo>
                <a:cubicBezTo>
                  <a:pt x="177641" y="242578"/>
                  <a:pt x="150876" y="223528"/>
                  <a:pt x="144399" y="218480"/>
                </a:cubicBezTo>
                <a:cubicBezTo>
                  <a:pt x="144399" y="218480"/>
                  <a:pt x="144208" y="222481"/>
                  <a:pt x="145447" y="223433"/>
                </a:cubicBezTo>
                <a:cubicBezTo>
                  <a:pt x="152590" y="231529"/>
                  <a:pt x="168878" y="246007"/>
                  <a:pt x="184690" y="256199"/>
                </a:cubicBezTo>
                <a:lnTo>
                  <a:pt x="184499" y="256104"/>
                </a:lnTo>
                <a:lnTo>
                  <a:pt x="150781" y="259818"/>
                </a:lnTo>
                <a:lnTo>
                  <a:pt x="166688" y="383739"/>
                </a:lnTo>
                <a:cubicBezTo>
                  <a:pt x="159639" y="384691"/>
                  <a:pt x="158496" y="385168"/>
                  <a:pt x="150781" y="386310"/>
                </a:cubicBezTo>
                <a:cubicBezTo>
                  <a:pt x="143923" y="362308"/>
                  <a:pt x="130873" y="346591"/>
                  <a:pt x="116681" y="337447"/>
                </a:cubicBezTo>
                <a:cubicBezTo>
                  <a:pt x="104108" y="329446"/>
                  <a:pt x="86773" y="327541"/>
                  <a:pt x="70199" y="330875"/>
                </a:cubicBezTo>
                <a:lnTo>
                  <a:pt x="69151" y="332113"/>
                </a:lnTo>
                <a:cubicBezTo>
                  <a:pt x="80677" y="330970"/>
                  <a:pt x="94297" y="332590"/>
                  <a:pt x="108299" y="341448"/>
                </a:cubicBezTo>
                <a:cubicBezTo>
                  <a:pt x="122015" y="350116"/>
                  <a:pt x="133064" y="372594"/>
                  <a:pt x="137160" y="386025"/>
                </a:cubicBezTo>
                <a:cubicBezTo>
                  <a:pt x="142304" y="403265"/>
                  <a:pt x="145923" y="421743"/>
                  <a:pt x="131921" y="441270"/>
                </a:cubicBezTo>
                <a:cubicBezTo>
                  <a:pt x="121825" y="455272"/>
                  <a:pt x="92202" y="462987"/>
                  <a:pt x="68580" y="445747"/>
                </a:cubicBezTo>
                <a:cubicBezTo>
                  <a:pt x="51340" y="433174"/>
                  <a:pt x="64579" y="425268"/>
                  <a:pt x="30099" y="396693"/>
                </a:cubicBezTo>
                <a:cubicBezTo>
                  <a:pt x="15907" y="384786"/>
                  <a:pt x="20955" y="364689"/>
                  <a:pt x="29337" y="352021"/>
                </a:cubicBezTo>
                <a:cubicBezTo>
                  <a:pt x="40481" y="330589"/>
                  <a:pt x="97726" y="303348"/>
                  <a:pt x="94488" y="269058"/>
                </a:cubicBezTo>
                <a:cubicBezTo>
                  <a:pt x="93250" y="256580"/>
                  <a:pt x="91345" y="240388"/>
                  <a:pt x="79724" y="229243"/>
                </a:cubicBezTo>
                <a:cubicBezTo>
                  <a:pt x="79343" y="233815"/>
                  <a:pt x="80105" y="238292"/>
                  <a:pt x="80105" y="238292"/>
                </a:cubicBezTo>
                <a:cubicBezTo>
                  <a:pt x="80105" y="238292"/>
                  <a:pt x="75343" y="232291"/>
                  <a:pt x="72962" y="224005"/>
                </a:cubicBezTo>
                <a:cubicBezTo>
                  <a:pt x="70675" y="220861"/>
                  <a:pt x="68771" y="219814"/>
                  <a:pt x="66294" y="215623"/>
                </a:cubicBezTo>
                <a:cubicBezTo>
                  <a:pt x="64579" y="220480"/>
                  <a:pt x="64770" y="226195"/>
                  <a:pt x="64770" y="226195"/>
                </a:cubicBezTo>
                <a:cubicBezTo>
                  <a:pt x="64770" y="226195"/>
                  <a:pt x="60865" y="216956"/>
                  <a:pt x="60293" y="209241"/>
                </a:cubicBezTo>
                <a:cubicBezTo>
                  <a:pt x="58007" y="212765"/>
                  <a:pt x="57436" y="219337"/>
                  <a:pt x="57436" y="219337"/>
                </a:cubicBezTo>
                <a:cubicBezTo>
                  <a:pt x="57436" y="219337"/>
                  <a:pt x="52388" y="204859"/>
                  <a:pt x="53530" y="197049"/>
                </a:cubicBezTo>
                <a:cubicBezTo>
                  <a:pt x="51149" y="190286"/>
                  <a:pt x="44387" y="176760"/>
                  <a:pt x="46291" y="146185"/>
                </a:cubicBezTo>
                <a:cubicBezTo>
                  <a:pt x="58960" y="154948"/>
                  <a:pt x="86678" y="152853"/>
                  <a:pt x="97536" y="136946"/>
                </a:cubicBezTo>
                <a:cubicBezTo>
                  <a:pt x="101155" y="131707"/>
                  <a:pt x="103632" y="117229"/>
                  <a:pt x="95726" y="88845"/>
                </a:cubicBezTo>
                <a:cubicBezTo>
                  <a:pt x="90678" y="70652"/>
                  <a:pt x="78200" y="43506"/>
                  <a:pt x="73342" y="33219"/>
                </a:cubicBezTo>
                <a:lnTo>
                  <a:pt x="72771" y="33600"/>
                </a:lnTo>
                <a:cubicBezTo>
                  <a:pt x="75343" y="41887"/>
                  <a:pt x="80677" y="59222"/>
                  <a:pt x="82677" y="67699"/>
                </a:cubicBezTo>
                <a:cubicBezTo>
                  <a:pt x="88773" y="93226"/>
                  <a:pt x="90392" y="102085"/>
                  <a:pt x="87535" y="113896"/>
                </a:cubicBezTo>
                <a:cubicBezTo>
                  <a:pt x="85058" y="124183"/>
                  <a:pt x="79248" y="130850"/>
                  <a:pt x="64294" y="138375"/>
                </a:cubicBezTo>
                <a:cubicBezTo>
                  <a:pt x="49435" y="145900"/>
                  <a:pt x="29623" y="127612"/>
                  <a:pt x="28384" y="126564"/>
                </a:cubicBezTo>
                <a:cubicBezTo>
                  <a:pt x="13906" y="114943"/>
                  <a:pt x="2667" y="96179"/>
                  <a:pt x="1429" y="87035"/>
                </a:cubicBezTo>
                <a:cubicBezTo>
                  <a:pt x="95" y="77034"/>
                  <a:pt x="7239" y="71033"/>
                  <a:pt x="10763" y="62842"/>
                </a:cubicBezTo>
                <a:cubicBezTo>
                  <a:pt x="5715" y="64270"/>
                  <a:pt x="0" y="66842"/>
                  <a:pt x="0" y="66842"/>
                </a:cubicBezTo>
                <a:cubicBezTo>
                  <a:pt x="0" y="66842"/>
                  <a:pt x="6763" y="59889"/>
                  <a:pt x="15145" y="53793"/>
                </a:cubicBezTo>
                <a:cubicBezTo>
                  <a:pt x="18574" y="51507"/>
                  <a:pt x="20669" y="50078"/>
                  <a:pt x="24289" y="47030"/>
                </a:cubicBezTo>
                <a:cubicBezTo>
                  <a:pt x="18955" y="46840"/>
                  <a:pt x="14668" y="47030"/>
                  <a:pt x="14668" y="47030"/>
                </a:cubicBezTo>
                <a:cubicBezTo>
                  <a:pt x="14668" y="47030"/>
                  <a:pt x="23431" y="42172"/>
                  <a:pt x="32575" y="38743"/>
                </a:cubicBezTo>
                <a:cubicBezTo>
                  <a:pt x="25813" y="38458"/>
                  <a:pt x="19431" y="38743"/>
                  <a:pt x="19431" y="38743"/>
                </a:cubicBezTo>
                <a:cubicBezTo>
                  <a:pt x="19431" y="38743"/>
                  <a:pt x="39148" y="29980"/>
                  <a:pt x="54673" y="23503"/>
                </a:cubicBezTo>
                <a:cubicBezTo>
                  <a:pt x="65341" y="19217"/>
                  <a:pt x="75724" y="20455"/>
                  <a:pt x="81629" y="28933"/>
                </a:cubicBezTo>
                <a:cubicBezTo>
                  <a:pt x="89345" y="39982"/>
                  <a:pt x="97441" y="46078"/>
                  <a:pt x="114586" y="49792"/>
                </a:cubicBezTo>
                <a:cubicBezTo>
                  <a:pt x="125158" y="45125"/>
                  <a:pt x="128302" y="42744"/>
                  <a:pt x="141541" y="39124"/>
                </a:cubicBezTo>
                <a:cubicBezTo>
                  <a:pt x="153162" y="26266"/>
                  <a:pt x="162306" y="24646"/>
                  <a:pt x="162306" y="24646"/>
                </a:cubicBezTo>
                <a:cubicBezTo>
                  <a:pt x="162306" y="24646"/>
                  <a:pt x="157829" y="28742"/>
                  <a:pt x="156591" y="35314"/>
                </a:cubicBezTo>
                <a:cubicBezTo>
                  <a:pt x="163163" y="30171"/>
                  <a:pt x="170402" y="25789"/>
                  <a:pt x="170402" y="25789"/>
                </a:cubicBezTo>
                <a:cubicBezTo>
                  <a:pt x="170402" y="25789"/>
                  <a:pt x="167545" y="29218"/>
                  <a:pt x="164973" y="34743"/>
                </a:cubicBezTo>
                <a:lnTo>
                  <a:pt x="165545" y="35695"/>
                </a:lnTo>
                <a:cubicBezTo>
                  <a:pt x="173260" y="31028"/>
                  <a:pt x="182308" y="27409"/>
                  <a:pt x="182308" y="27409"/>
                </a:cubicBezTo>
                <a:cubicBezTo>
                  <a:pt x="182308" y="27409"/>
                  <a:pt x="179737" y="30742"/>
                  <a:pt x="176689" y="34933"/>
                </a:cubicBezTo>
                <a:cubicBezTo>
                  <a:pt x="182499" y="34838"/>
                  <a:pt x="194310" y="35124"/>
                  <a:pt x="198882" y="35695"/>
                </a:cubicBezTo>
                <a:cubicBezTo>
                  <a:pt x="225933" y="36267"/>
                  <a:pt x="231457" y="6930"/>
                  <a:pt x="241840" y="3215"/>
                </a:cubicBezTo>
                <a:cubicBezTo>
                  <a:pt x="248317" y="929"/>
                  <a:pt x="253008" y="-928"/>
                  <a:pt x="258842" y="5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_1">
  <p:cSld name="Cover_1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43" descr="A picture containing kite, laser, night sky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188955" cy="6856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2253" y="4968870"/>
            <a:ext cx="1448055" cy="1371256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43"/>
          <p:cNvSpPr txBox="1">
            <a:spLocks noGrp="1"/>
          </p:cNvSpPr>
          <p:nvPr>
            <p:ph type="subTitle" idx="1"/>
          </p:nvPr>
        </p:nvSpPr>
        <p:spPr>
          <a:xfrm>
            <a:off x="703260" y="2580656"/>
            <a:ext cx="10785600" cy="9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5" name="Google Shape;245;p43"/>
          <p:cNvSpPr txBox="1">
            <a:spLocks noGrp="1"/>
          </p:cNvSpPr>
          <p:nvPr>
            <p:ph type="title"/>
          </p:nvPr>
        </p:nvSpPr>
        <p:spPr>
          <a:xfrm>
            <a:off x="703262" y="753443"/>
            <a:ext cx="10785600" cy="18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Roboto Medium"/>
              <a:buNone/>
              <a:defRPr sz="7200" b="1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43"/>
          <p:cNvSpPr txBox="1">
            <a:spLocks noGrp="1"/>
          </p:cNvSpPr>
          <p:nvPr>
            <p:ph type="body" idx="2"/>
          </p:nvPr>
        </p:nvSpPr>
        <p:spPr>
          <a:xfrm>
            <a:off x="703261" y="326571"/>
            <a:ext cx="107856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4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</a:defRPr>
            </a:lvl1pPr>
            <a:lvl2pPr lvl="1" algn="r">
              <a:buNone/>
              <a:defRPr sz="1300">
                <a:solidFill>
                  <a:schemeClr val="lt1"/>
                </a:solidFill>
              </a:defRPr>
            </a:lvl2pPr>
            <a:lvl3pPr lvl="2" algn="r">
              <a:buNone/>
              <a:defRPr sz="1300">
                <a:solidFill>
                  <a:schemeClr val="lt1"/>
                </a:solidFill>
              </a:defRPr>
            </a:lvl3pPr>
            <a:lvl4pPr lvl="3" algn="r">
              <a:buNone/>
              <a:defRPr sz="1300">
                <a:solidFill>
                  <a:schemeClr val="lt1"/>
                </a:solidFill>
              </a:defRPr>
            </a:lvl4pPr>
            <a:lvl5pPr lvl="4" algn="r">
              <a:buNone/>
              <a:defRPr sz="1300">
                <a:solidFill>
                  <a:schemeClr val="lt1"/>
                </a:solidFill>
              </a:defRPr>
            </a:lvl5pPr>
            <a:lvl6pPr lvl="5" algn="r">
              <a:buNone/>
              <a:defRPr sz="1300">
                <a:solidFill>
                  <a:schemeClr val="lt1"/>
                </a:solidFill>
              </a:defRPr>
            </a:lvl6pPr>
            <a:lvl7pPr lvl="6" algn="r">
              <a:buNone/>
              <a:defRPr sz="1300">
                <a:solidFill>
                  <a:schemeClr val="lt1"/>
                </a:solidFill>
              </a:defRPr>
            </a:lvl7pPr>
            <a:lvl8pPr lvl="7" algn="r">
              <a:buNone/>
              <a:defRPr sz="1300">
                <a:solidFill>
                  <a:schemeClr val="lt1"/>
                </a:solidFill>
              </a:defRPr>
            </a:lvl8pPr>
            <a:lvl9pPr lvl="8" algn="r">
              <a:buNone/>
              <a:defRPr sz="1300"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714820"/>
            <a:ext cx="12191698" cy="314317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44"/>
          <p:cNvSpPr txBox="1">
            <a:spLocks noGrp="1"/>
          </p:cNvSpPr>
          <p:nvPr>
            <p:ph type="title"/>
          </p:nvPr>
        </p:nvSpPr>
        <p:spPr>
          <a:xfrm>
            <a:off x="475488" y="228600"/>
            <a:ext cx="11247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44"/>
          <p:cNvSpPr txBox="1">
            <a:spLocks noGrp="1"/>
          </p:cNvSpPr>
          <p:nvPr>
            <p:ph type="body" idx="1"/>
          </p:nvPr>
        </p:nvSpPr>
        <p:spPr>
          <a:xfrm>
            <a:off x="475488" y="1371600"/>
            <a:ext cx="5486400" cy="48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5pPr>
            <a:lvl6pPr marL="2743200" lvl="5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52" name="Google Shape;252;p44"/>
          <p:cNvSpPr txBox="1">
            <a:spLocks noGrp="1"/>
          </p:cNvSpPr>
          <p:nvPr>
            <p:ph type="body" idx="2"/>
          </p:nvPr>
        </p:nvSpPr>
        <p:spPr>
          <a:xfrm>
            <a:off x="6236208" y="1371600"/>
            <a:ext cx="5486400" cy="48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53" name="Google Shape;253;p44"/>
          <p:cNvSpPr txBox="1">
            <a:spLocks noGrp="1"/>
          </p:cNvSpPr>
          <p:nvPr>
            <p:ph type="ftr" idx="11"/>
          </p:nvPr>
        </p:nvSpPr>
        <p:spPr>
          <a:xfrm>
            <a:off x="2011680" y="6492240"/>
            <a:ext cx="82296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44"/>
          <p:cNvSpPr txBox="1">
            <a:spLocks noGrp="1"/>
          </p:cNvSpPr>
          <p:nvPr>
            <p:ph type="sldNum" idx="12"/>
          </p:nvPr>
        </p:nvSpPr>
        <p:spPr>
          <a:xfrm>
            <a:off x="11448288" y="6492240"/>
            <a:ext cx="274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5" name="Google Shape;255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488" y="6382825"/>
            <a:ext cx="1280161" cy="327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1" name="Google Shape;11;p1"/>
            <p:cNvPicPr preferRelativeResize="0"/>
            <p:nvPr/>
          </p:nvPicPr>
          <p:blipFill rotWithShape="1">
            <a:blip r:embed="rId42">
              <a:alphaModFix amt="4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2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4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" name="Google Shape;13;p1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5002" cy="86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36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body" idx="1"/>
          </p:nvPr>
        </p:nvSpPr>
        <p:spPr>
          <a:xfrm>
            <a:off x="695325" y="1427163"/>
            <a:ext cx="10794900" cy="48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95325" y="6508466"/>
            <a:ext cx="10795000" cy="34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72" cy="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69EA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" name="Google Shape;17;p1"/>
          <p:cNvGrpSpPr/>
          <p:nvPr/>
        </p:nvGrpSpPr>
        <p:grpSpPr>
          <a:xfrm>
            <a:off x="0" y="-710591"/>
            <a:ext cx="4109466" cy="479100"/>
            <a:chOff x="-154430" y="-626779"/>
            <a:chExt cx="4109466" cy="479100"/>
          </a:xfrm>
        </p:grpSpPr>
        <p:sp>
          <p:nvSpPr>
            <p:cNvPr id="18" name="Google Shape;18;p1"/>
            <p:cNvSpPr/>
            <p:nvPr/>
          </p:nvSpPr>
          <p:spPr>
            <a:xfrm>
              <a:off x="-154430" y="-626779"/>
              <a:ext cx="479100" cy="479100"/>
            </a:xfrm>
            <a:prstGeom prst="ellipse">
              <a:avLst/>
            </a:prstGeom>
            <a:gradFill>
              <a:gsLst>
                <a:gs pos="0">
                  <a:srgbClr val="5C00EF"/>
                </a:gs>
                <a:gs pos="30000">
                  <a:srgbClr val="5C00EF"/>
                </a:gs>
                <a:gs pos="90000">
                  <a:srgbClr val="9C43FE"/>
                </a:gs>
                <a:gs pos="100000">
                  <a:srgbClr val="9C43FE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450631" y="-626779"/>
              <a:ext cx="479100" cy="479100"/>
            </a:xfrm>
            <a:prstGeom prst="ellipse">
              <a:avLst/>
            </a:prstGeom>
            <a:gradFill>
              <a:gsLst>
                <a:gs pos="0">
                  <a:srgbClr val="5C00EF"/>
                </a:gs>
                <a:gs pos="30000">
                  <a:srgbClr val="5C00EF"/>
                </a:gs>
                <a:gs pos="100000">
                  <a:srgbClr val="0060FF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SzPts val="100"/>
                <a:buNone/>
              </a:pPr>
              <a:endParaRPr sz="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1055692" y="-626779"/>
              <a:ext cx="479100" cy="479100"/>
            </a:xfrm>
            <a:prstGeom prst="ellipse">
              <a:avLst/>
            </a:prstGeom>
            <a:gradFill>
              <a:gsLst>
                <a:gs pos="0">
                  <a:srgbClr val="0060FF"/>
                </a:gs>
                <a:gs pos="30000">
                  <a:srgbClr val="0060FF"/>
                </a:gs>
                <a:gs pos="90000">
                  <a:srgbClr val="00CAFF"/>
                </a:gs>
                <a:gs pos="100000">
                  <a:srgbClr val="00CAFF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1660753" y="-626779"/>
              <a:ext cx="479100" cy="479100"/>
            </a:xfrm>
            <a:prstGeom prst="ellipse">
              <a:avLst/>
            </a:prstGeom>
            <a:gradFill>
              <a:gsLst>
                <a:gs pos="0">
                  <a:srgbClr val="00B765"/>
                </a:gs>
                <a:gs pos="30000">
                  <a:srgbClr val="00B765"/>
                </a:gs>
                <a:gs pos="90000">
                  <a:srgbClr val="00CAFF"/>
                </a:gs>
                <a:gs pos="100000">
                  <a:srgbClr val="00CAFF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rgbClr val="FFFFFF"/>
                </a:solidFill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2265814" y="-626779"/>
              <a:ext cx="479100" cy="4791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90000">
                  <a:srgbClr val="FF0080"/>
                </a:gs>
                <a:gs pos="100000">
                  <a:srgbClr val="FF0080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2870875" y="-626779"/>
              <a:ext cx="479100" cy="479100"/>
            </a:xfrm>
            <a:prstGeom prst="ellipse">
              <a:avLst/>
            </a:prstGeom>
            <a:gradFill>
              <a:gsLst>
                <a:gs pos="0">
                  <a:srgbClr val="FF0080"/>
                </a:gs>
                <a:gs pos="30000">
                  <a:srgbClr val="FF0080"/>
                </a:gs>
                <a:gs pos="90000">
                  <a:srgbClr val="FF5E00"/>
                </a:gs>
                <a:gs pos="100000">
                  <a:srgbClr val="FF5E00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FFFFFF"/>
                </a:solidFill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3475936" y="-626779"/>
              <a:ext cx="479100" cy="479100"/>
            </a:xfrm>
            <a:prstGeom prst="ellipse">
              <a:avLst/>
            </a:prstGeom>
            <a:gradFill>
              <a:gsLst>
                <a:gs pos="0">
                  <a:srgbClr val="FF5E00"/>
                </a:gs>
                <a:gs pos="30000">
                  <a:srgbClr val="FF5E00"/>
                </a:gs>
                <a:gs pos="90000">
                  <a:srgbClr val="FF9B00"/>
                </a:gs>
                <a:gs pos="100000">
                  <a:srgbClr val="FF9B00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FFFFFF"/>
                </a:solidFill>
              </a:endParaRPr>
            </a:p>
          </p:txBody>
        </p:sp>
      </p:grpSp>
      <p:sp>
        <p:nvSpPr>
          <p:cNvPr id="25" name="Google Shape;25;p1"/>
          <p:cNvSpPr/>
          <p:nvPr/>
        </p:nvSpPr>
        <p:spPr>
          <a:xfrm>
            <a:off x="10585766" y="6450775"/>
            <a:ext cx="1080114" cy="274790"/>
          </a:xfrm>
          <a:custGeom>
            <a:avLst/>
            <a:gdLst/>
            <a:ahLst/>
            <a:cxnLst/>
            <a:rect l="l" t="t" r="r" b="b"/>
            <a:pathLst>
              <a:path w="1903285" h="482088" extrusionOk="0">
                <a:moveTo>
                  <a:pt x="407670" y="278511"/>
                </a:moveTo>
                <a:lnTo>
                  <a:pt x="418529" y="394907"/>
                </a:lnTo>
                <a:lnTo>
                  <a:pt x="232219" y="429292"/>
                </a:lnTo>
                <a:lnTo>
                  <a:pt x="230505" y="412814"/>
                </a:lnTo>
                <a:lnTo>
                  <a:pt x="264795" y="360521"/>
                </a:lnTo>
                <a:lnTo>
                  <a:pt x="303752" y="371856"/>
                </a:lnTo>
                <a:lnTo>
                  <a:pt x="337185" y="315944"/>
                </a:lnTo>
                <a:lnTo>
                  <a:pt x="377213" y="342377"/>
                </a:lnTo>
                <a:lnTo>
                  <a:pt x="377190" y="342424"/>
                </a:lnTo>
                <a:lnTo>
                  <a:pt x="377285" y="342424"/>
                </a:lnTo>
                <a:lnTo>
                  <a:pt x="377213" y="342377"/>
                </a:lnTo>
                <a:close/>
                <a:moveTo>
                  <a:pt x="419005" y="254699"/>
                </a:moveTo>
                <a:lnTo>
                  <a:pt x="296513" y="276892"/>
                </a:lnTo>
                <a:cubicBezTo>
                  <a:pt x="293560" y="280797"/>
                  <a:pt x="286036" y="287655"/>
                  <a:pt x="282416" y="289465"/>
                </a:cubicBezTo>
                <a:cubicBezTo>
                  <a:pt x="266986" y="297180"/>
                  <a:pt x="256508" y="294989"/>
                  <a:pt x="247459" y="292608"/>
                </a:cubicBezTo>
                <a:cubicBezTo>
                  <a:pt x="241649" y="291179"/>
                  <a:pt x="238315" y="290322"/>
                  <a:pt x="233458" y="288131"/>
                </a:cubicBezTo>
                <a:lnTo>
                  <a:pt x="203549" y="292227"/>
                </a:lnTo>
                <a:lnTo>
                  <a:pt x="203549" y="292322"/>
                </a:lnTo>
                <a:lnTo>
                  <a:pt x="221647" y="443770"/>
                </a:lnTo>
                <a:lnTo>
                  <a:pt x="431482" y="405956"/>
                </a:lnTo>
                <a:close/>
                <a:moveTo>
                  <a:pt x="325850" y="205645"/>
                </a:moveTo>
                <a:cubicBezTo>
                  <a:pt x="329470" y="207645"/>
                  <a:pt x="329470" y="213836"/>
                  <a:pt x="326993" y="219646"/>
                </a:cubicBezTo>
                <a:cubicBezTo>
                  <a:pt x="323374" y="228029"/>
                  <a:pt x="318230" y="237268"/>
                  <a:pt x="312420" y="238030"/>
                </a:cubicBezTo>
                <a:cubicBezTo>
                  <a:pt x="302895" y="239363"/>
                  <a:pt x="293941" y="234220"/>
                  <a:pt x="283655" y="226504"/>
                </a:cubicBezTo>
                <a:cubicBezTo>
                  <a:pt x="280035" y="223742"/>
                  <a:pt x="277749" y="217075"/>
                  <a:pt x="282702" y="213265"/>
                </a:cubicBezTo>
                <a:cubicBezTo>
                  <a:pt x="285369" y="211074"/>
                  <a:pt x="297847" y="207074"/>
                  <a:pt x="309372" y="205740"/>
                </a:cubicBezTo>
                <a:cubicBezTo>
                  <a:pt x="315373" y="205073"/>
                  <a:pt x="324040" y="204597"/>
                  <a:pt x="325850" y="205645"/>
                </a:cubicBezTo>
                <a:close/>
                <a:moveTo>
                  <a:pt x="1328928" y="171735"/>
                </a:moveTo>
                <a:lnTo>
                  <a:pt x="1328928" y="310705"/>
                </a:lnTo>
                <a:lnTo>
                  <a:pt x="1374171" y="310705"/>
                </a:lnTo>
                <a:cubicBezTo>
                  <a:pt x="1416748" y="310705"/>
                  <a:pt x="1438084" y="285655"/>
                  <a:pt x="1438084" y="235648"/>
                </a:cubicBezTo>
                <a:cubicBezTo>
                  <a:pt x="1438084" y="193072"/>
                  <a:pt x="1416748" y="171735"/>
                  <a:pt x="1374171" y="171735"/>
                </a:cubicBezTo>
                <a:close/>
                <a:moveTo>
                  <a:pt x="569023" y="171735"/>
                </a:moveTo>
                <a:lnTo>
                  <a:pt x="569023" y="310705"/>
                </a:lnTo>
                <a:lnTo>
                  <a:pt x="614266" y="310705"/>
                </a:lnTo>
                <a:cubicBezTo>
                  <a:pt x="656843" y="310705"/>
                  <a:pt x="678084" y="285655"/>
                  <a:pt x="678084" y="235648"/>
                </a:cubicBezTo>
                <a:cubicBezTo>
                  <a:pt x="678084" y="193072"/>
                  <a:pt x="656843" y="171735"/>
                  <a:pt x="614266" y="171735"/>
                </a:cubicBezTo>
                <a:close/>
                <a:moveTo>
                  <a:pt x="1604962" y="170116"/>
                </a:moveTo>
                <a:cubicBezTo>
                  <a:pt x="1563623" y="170116"/>
                  <a:pt x="1541430" y="193548"/>
                  <a:pt x="1541430" y="240506"/>
                </a:cubicBezTo>
                <a:cubicBezTo>
                  <a:pt x="1541430" y="287464"/>
                  <a:pt x="1562576" y="311944"/>
                  <a:pt x="1604962" y="311944"/>
                </a:cubicBezTo>
                <a:cubicBezTo>
                  <a:pt x="1646300" y="311944"/>
                  <a:pt x="1666969" y="288131"/>
                  <a:pt x="1666969" y="240506"/>
                </a:cubicBezTo>
                <a:cubicBezTo>
                  <a:pt x="1666969" y="192881"/>
                  <a:pt x="1646300" y="170116"/>
                  <a:pt x="1604962" y="170116"/>
                </a:cubicBezTo>
                <a:close/>
                <a:moveTo>
                  <a:pt x="215075" y="143066"/>
                </a:moveTo>
                <a:cubicBezTo>
                  <a:pt x="221409" y="143185"/>
                  <a:pt x="225457" y="144971"/>
                  <a:pt x="223838" y="146495"/>
                </a:cubicBezTo>
                <a:cubicBezTo>
                  <a:pt x="217646" y="152400"/>
                  <a:pt x="225933" y="150686"/>
                  <a:pt x="226790" y="161544"/>
                </a:cubicBezTo>
                <a:cubicBezTo>
                  <a:pt x="227457" y="169545"/>
                  <a:pt x="224885" y="174022"/>
                  <a:pt x="222599" y="176498"/>
                </a:cubicBezTo>
                <a:cubicBezTo>
                  <a:pt x="217837" y="177070"/>
                  <a:pt x="212122" y="178308"/>
                  <a:pt x="205264" y="180499"/>
                </a:cubicBezTo>
                <a:cubicBezTo>
                  <a:pt x="201168" y="181833"/>
                  <a:pt x="197644" y="183356"/>
                  <a:pt x="194500" y="184785"/>
                </a:cubicBezTo>
                <a:cubicBezTo>
                  <a:pt x="193643" y="184214"/>
                  <a:pt x="192786" y="183642"/>
                  <a:pt x="191738" y="182690"/>
                </a:cubicBezTo>
                <a:cubicBezTo>
                  <a:pt x="181165" y="173450"/>
                  <a:pt x="181451" y="157258"/>
                  <a:pt x="192596" y="149638"/>
                </a:cubicBezTo>
                <a:cubicBezTo>
                  <a:pt x="200121" y="144495"/>
                  <a:pt x="208741" y="142947"/>
                  <a:pt x="215075" y="143066"/>
                </a:cubicBezTo>
                <a:close/>
                <a:moveTo>
                  <a:pt x="1290923" y="138779"/>
                </a:moveTo>
                <a:lnTo>
                  <a:pt x="1379886" y="138779"/>
                </a:lnTo>
                <a:cubicBezTo>
                  <a:pt x="1443990" y="138779"/>
                  <a:pt x="1476089" y="171069"/>
                  <a:pt x="1476089" y="235648"/>
                </a:cubicBezTo>
                <a:cubicBezTo>
                  <a:pt x="1476089" y="307657"/>
                  <a:pt x="1444085" y="343662"/>
                  <a:pt x="1379886" y="343662"/>
                </a:cubicBezTo>
                <a:lnTo>
                  <a:pt x="1379886" y="343567"/>
                </a:lnTo>
                <a:lnTo>
                  <a:pt x="1290923" y="343567"/>
                </a:lnTo>
                <a:close/>
                <a:moveTo>
                  <a:pt x="531018" y="138779"/>
                </a:moveTo>
                <a:lnTo>
                  <a:pt x="619981" y="138779"/>
                </a:lnTo>
                <a:cubicBezTo>
                  <a:pt x="684085" y="138779"/>
                  <a:pt x="716184" y="171069"/>
                  <a:pt x="716184" y="235648"/>
                </a:cubicBezTo>
                <a:cubicBezTo>
                  <a:pt x="716184" y="307657"/>
                  <a:pt x="684085" y="343662"/>
                  <a:pt x="619981" y="343662"/>
                </a:cubicBezTo>
                <a:lnTo>
                  <a:pt x="619981" y="343567"/>
                </a:lnTo>
                <a:lnTo>
                  <a:pt x="531018" y="343567"/>
                </a:lnTo>
                <a:close/>
                <a:moveTo>
                  <a:pt x="1135760" y="138684"/>
                </a:moveTo>
                <a:lnTo>
                  <a:pt x="1176718" y="138684"/>
                </a:lnTo>
                <a:lnTo>
                  <a:pt x="1265681" y="343567"/>
                </a:lnTo>
                <a:lnTo>
                  <a:pt x="1224724" y="343567"/>
                </a:lnTo>
                <a:lnTo>
                  <a:pt x="1198911" y="287655"/>
                </a:lnTo>
                <a:lnTo>
                  <a:pt x="1133189" y="287655"/>
                </a:lnTo>
                <a:lnTo>
                  <a:pt x="1146238" y="254699"/>
                </a:lnTo>
                <a:lnTo>
                  <a:pt x="1188910" y="254699"/>
                </a:lnTo>
                <a:lnTo>
                  <a:pt x="1155287" y="177832"/>
                </a:lnTo>
                <a:lnTo>
                  <a:pt x="1087754" y="343567"/>
                </a:lnTo>
                <a:lnTo>
                  <a:pt x="1048702" y="343567"/>
                </a:lnTo>
                <a:close/>
                <a:moveTo>
                  <a:pt x="912495" y="138684"/>
                </a:moveTo>
                <a:lnTo>
                  <a:pt x="1068229" y="138684"/>
                </a:lnTo>
                <a:lnTo>
                  <a:pt x="1068229" y="171641"/>
                </a:lnTo>
                <a:lnTo>
                  <a:pt x="1009364" y="171641"/>
                </a:lnTo>
                <a:lnTo>
                  <a:pt x="1009364" y="343567"/>
                </a:lnTo>
                <a:lnTo>
                  <a:pt x="971359" y="343567"/>
                </a:lnTo>
                <a:lnTo>
                  <a:pt x="971359" y="171641"/>
                </a:lnTo>
                <a:lnTo>
                  <a:pt x="912495" y="171641"/>
                </a:lnTo>
                <a:close/>
                <a:moveTo>
                  <a:pt x="804005" y="138684"/>
                </a:moveTo>
                <a:lnTo>
                  <a:pt x="844962" y="138684"/>
                </a:lnTo>
                <a:lnTo>
                  <a:pt x="933926" y="343567"/>
                </a:lnTo>
                <a:lnTo>
                  <a:pt x="893063" y="343567"/>
                </a:lnTo>
                <a:lnTo>
                  <a:pt x="867250" y="287655"/>
                </a:lnTo>
                <a:lnTo>
                  <a:pt x="801528" y="287655"/>
                </a:lnTo>
                <a:lnTo>
                  <a:pt x="814577" y="254699"/>
                </a:lnTo>
                <a:lnTo>
                  <a:pt x="857154" y="254699"/>
                </a:lnTo>
                <a:lnTo>
                  <a:pt x="823626" y="177832"/>
                </a:lnTo>
                <a:lnTo>
                  <a:pt x="755999" y="343567"/>
                </a:lnTo>
                <a:lnTo>
                  <a:pt x="716946" y="343567"/>
                </a:lnTo>
                <a:close/>
                <a:moveTo>
                  <a:pt x="1842896" y="137350"/>
                </a:moveTo>
                <a:cubicBezTo>
                  <a:pt x="1865375" y="137350"/>
                  <a:pt x="1885473" y="140684"/>
                  <a:pt x="1903189" y="147351"/>
                </a:cubicBezTo>
                <a:lnTo>
                  <a:pt x="1903189" y="181737"/>
                </a:lnTo>
                <a:cubicBezTo>
                  <a:pt x="1885473" y="174021"/>
                  <a:pt x="1866327" y="170211"/>
                  <a:pt x="1845754" y="170211"/>
                </a:cubicBezTo>
                <a:cubicBezTo>
                  <a:pt x="1796510" y="170211"/>
                  <a:pt x="1771840" y="192881"/>
                  <a:pt x="1771840" y="238315"/>
                </a:cubicBezTo>
                <a:cubicBezTo>
                  <a:pt x="1771840" y="287464"/>
                  <a:pt x="1795081" y="312038"/>
                  <a:pt x="1841563" y="312038"/>
                </a:cubicBezTo>
                <a:cubicBezTo>
                  <a:pt x="1848420" y="312038"/>
                  <a:pt x="1856326" y="310896"/>
                  <a:pt x="1865089" y="308610"/>
                </a:cubicBezTo>
                <a:lnTo>
                  <a:pt x="1865089" y="260889"/>
                </a:lnTo>
                <a:lnTo>
                  <a:pt x="1865280" y="260889"/>
                </a:lnTo>
                <a:lnTo>
                  <a:pt x="1865089" y="260604"/>
                </a:lnTo>
                <a:lnTo>
                  <a:pt x="1865089" y="260889"/>
                </a:lnTo>
                <a:lnTo>
                  <a:pt x="1828990" y="260889"/>
                </a:lnTo>
                <a:lnTo>
                  <a:pt x="1841848" y="227171"/>
                </a:lnTo>
                <a:lnTo>
                  <a:pt x="1903285" y="227171"/>
                </a:lnTo>
                <a:lnTo>
                  <a:pt x="1903285" y="334327"/>
                </a:lnTo>
                <a:cubicBezTo>
                  <a:pt x="1886711" y="341566"/>
                  <a:pt x="1866042" y="345186"/>
                  <a:pt x="1841087" y="345186"/>
                </a:cubicBezTo>
                <a:cubicBezTo>
                  <a:pt x="1768601" y="345186"/>
                  <a:pt x="1732406" y="309562"/>
                  <a:pt x="1732406" y="238410"/>
                </a:cubicBezTo>
                <a:cubicBezTo>
                  <a:pt x="1732406" y="170973"/>
                  <a:pt x="1769268" y="137350"/>
                  <a:pt x="1842896" y="137350"/>
                </a:cubicBezTo>
                <a:close/>
                <a:moveTo>
                  <a:pt x="1604962" y="137160"/>
                </a:moveTo>
                <a:cubicBezTo>
                  <a:pt x="1673637" y="137160"/>
                  <a:pt x="1706403" y="171831"/>
                  <a:pt x="1706403" y="241364"/>
                </a:cubicBezTo>
                <a:cubicBezTo>
                  <a:pt x="1706403" y="310896"/>
                  <a:pt x="1672589" y="344995"/>
                  <a:pt x="1604962" y="344995"/>
                </a:cubicBezTo>
                <a:cubicBezTo>
                  <a:pt x="1537334" y="344995"/>
                  <a:pt x="1504949" y="310420"/>
                  <a:pt x="1501901" y="241364"/>
                </a:cubicBezTo>
                <a:cubicBezTo>
                  <a:pt x="1501901" y="171926"/>
                  <a:pt x="1536287" y="137160"/>
                  <a:pt x="1604962" y="137160"/>
                </a:cubicBezTo>
                <a:close/>
                <a:moveTo>
                  <a:pt x="300038" y="131826"/>
                </a:moveTo>
                <a:cubicBezTo>
                  <a:pt x="314039" y="138398"/>
                  <a:pt x="312230" y="150781"/>
                  <a:pt x="312610" y="158115"/>
                </a:cubicBezTo>
                <a:cubicBezTo>
                  <a:pt x="312706" y="160211"/>
                  <a:pt x="312706" y="161639"/>
                  <a:pt x="312515" y="162592"/>
                </a:cubicBezTo>
                <a:cubicBezTo>
                  <a:pt x="310515" y="161544"/>
                  <a:pt x="307467" y="160782"/>
                  <a:pt x="302609" y="160973"/>
                </a:cubicBezTo>
                <a:cubicBezTo>
                  <a:pt x="301180" y="161068"/>
                  <a:pt x="299752" y="161258"/>
                  <a:pt x="298418" y="161449"/>
                </a:cubicBezTo>
                <a:cubicBezTo>
                  <a:pt x="293275" y="158687"/>
                  <a:pt x="290227" y="153258"/>
                  <a:pt x="287369" y="147447"/>
                </a:cubicBezTo>
                <a:lnTo>
                  <a:pt x="286702" y="146018"/>
                </a:lnTo>
                <a:lnTo>
                  <a:pt x="286321" y="145352"/>
                </a:lnTo>
                <a:lnTo>
                  <a:pt x="286321" y="145066"/>
                </a:lnTo>
                <a:cubicBezTo>
                  <a:pt x="284797" y="140113"/>
                  <a:pt x="285845" y="139160"/>
                  <a:pt x="286512" y="137636"/>
                </a:cubicBezTo>
                <a:lnTo>
                  <a:pt x="286512" y="137541"/>
                </a:lnTo>
                <a:cubicBezTo>
                  <a:pt x="287179" y="136017"/>
                  <a:pt x="289655" y="134779"/>
                  <a:pt x="285940" y="133445"/>
                </a:cubicBezTo>
                <a:cubicBezTo>
                  <a:pt x="285655" y="133350"/>
                  <a:pt x="285274" y="133160"/>
                  <a:pt x="284797" y="133160"/>
                </a:cubicBezTo>
                <a:cubicBezTo>
                  <a:pt x="287274" y="130112"/>
                  <a:pt x="294704" y="129350"/>
                  <a:pt x="300038" y="131826"/>
                </a:cubicBezTo>
                <a:close/>
                <a:moveTo>
                  <a:pt x="395764" y="0"/>
                </a:moveTo>
                <a:lnTo>
                  <a:pt x="419005" y="240030"/>
                </a:lnTo>
                <a:lnTo>
                  <a:pt x="431101" y="237744"/>
                </a:lnTo>
                <a:lnTo>
                  <a:pt x="431197" y="237649"/>
                </a:lnTo>
                <a:lnTo>
                  <a:pt x="450532" y="426720"/>
                </a:lnTo>
                <a:lnTo>
                  <a:pt x="212884" y="455295"/>
                </a:lnTo>
                <a:lnTo>
                  <a:pt x="207740" y="418433"/>
                </a:lnTo>
                <a:lnTo>
                  <a:pt x="193357" y="420529"/>
                </a:lnTo>
                <a:cubicBezTo>
                  <a:pt x="194596" y="441008"/>
                  <a:pt x="189738" y="460534"/>
                  <a:pt x="180689" y="469868"/>
                </a:cubicBezTo>
                <a:cubicBezTo>
                  <a:pt x="170116" y="480822"/>
                  <a:pt x="154686" y="483584"/>
                  <a:pt x="138398" y="481394"/>
                </a:cubicBezTo>
                <a:cubicBezTo>
                  <a:pt x="127444" y="479965"/>
                  <a:pt x="119253" y="472059"/>
                  <a:pt x="113252" y="462344"/>
                </a:cubicBezTo>
                <a:cubicBezTo>
                  <a:pt x="135826" y="478250"/>
                  <a:pt x="163735" y="470916"/>
                  <a:pt x="173260" y="457581"/>
                </a:cubicBezTo>
                <a:cubicBezTo>
                  <a:pt x="186690" y="438912"/>
                  <a:pt x="183166" y="421196"/>
                  <a:pt x="178213" y="404717"/>
                </a:cubicBezTo>
                <a:cubicBezTo>
                  <a:pt x="174307" y="391763"/>
                  <a:pt x="163735" y="370332"/>
                  <a:pt x="150590" y="362045"/>
                </a:cubicBezTo>
                <a:cubicBezTo>
                  <a:pt x="137255" y="353568"/>
                  <a:pt x="124206" y="351949"/>
                  <a:pt x="113157" y="353092"/>
                </a:cubicBezTo>
                <a:lnTo>
                  <a:pt x="114205" y="351949"/>
                </a:lnTo>
                <a:cubicBezTo>
                  <a:pt x="130112" y="348806"/>
                  <a:pt x="146685" y="350520"/>
                  <a:pt x="158687" y="358235"/>
                </a:cubicBezTo>
                <a:cubicBezTo>
                  <a:pt x="172307" y="366998"/>
                  <a:pt x="184785" y="382048"/>
                  <a:pt x="191262" y="405098"/>
                </a:cubicBezTo>
                <a:cubicBezTo>
                  <a:pt x="198691" y="404051"/>
                  <a:pt x="199739" y="403575"/>
                  <a:pt x="206502" y="402622"/>
                </a:cubicBezTo>
                <a:lnTo>
                  <a:pt x="191262" y="283940"/>
                </a:lnTo>
                <a:lnTo>
                  <a:pt x="223552" y="280416"/>
                </a:lnTo>
                <a:cubicBezTo>
                  <a:pt x="208407" y="270701"/>
                  <a:pt x="192786" y="256794"/>
                  <a:pt x="185928" y="249079"/>
                </a:cubicBezTo>
                <a:cubicBezTo>
                  <a:pt x="184785" y="248221"/>
                  <a:pt x="184975" y="244412"/>
                  <a:pt x="184975" y="244412"/>
                </a:cubicBezTo>
                <a:cubicBezTo>
                  <a:pt x="191167" y="249174"/>
                  <a:pt x="216789" y="267462"/>
                  <a:pt x="243840" y="275844"/>
                </a:cubicBezTo>
                <a:cubicBezTo>
                  <a:pt x="253365" y="278797"/>
                  <a:pt x="268033" y="279940"/>
                  <a:pt x="280797" y="272701"/>
                </a:cubicBezTo>
                <a:cubicBezTo>
                  <a:pt x="290513" y="267176"/>
                  <a:pt x="302228" y="257556"/>
                  <a:pt x="309181" y="247650"/>
                </a:cubicBezTo>
                <a:lnTo>
                  <a:pt x="310420" y="249841"/>
                </a:lnTo>
                <a:cubicBezTo>
                  <a:pt x="310420" y="251365"/>
                  <a:pt x="307181" y="258509"/>
                  <a:pt x="305562" y="261366"/>
                </a:cubicBezTo>
                <a:cubicBezTo>
                  <a:pt x="308515" y="263081"/>
                  <a:pt x="310705" y="263462"/>
                  <a:pt x="314039" y="264414"/>
                </a:cubicBezTo>
                <a:lnTo>
                  <a:pt x="336518" y="260890"/>
                </a:lnTo>
                <a:cubicBezTo>
                  <a:pt x="344519" y="247936"/>
                  <a:pt x="350330" y="226886"/>
                  <a:pt x="344138" y="206978"/>
                </a:cubicBezTo>
                <a:cubicBezTo>
                  <a:pt x="340614" y="195548"/>
                  <a:pt x="322326" y="172688"/>
                  <a:pt x="320992" y="171450"/>
                </a:cubicBezTo>
                <a:cubicBezTo>
                  <a:pt x="316325" y="167069"/>
                  <a:pt x="321755" y="150019"/>
                  <a:pt x="312610" y="131350"/>
                </a:cubicBezTo>
                <a:cubicBezTo>
                  <a:pt x="302990" y="111633"/>
                  <a:pt x="277939" y="91059"/>
                  <a:pt x="266986" y="82106"/>
                </a:cubicBezTo>
                <a:cubicBezTo>
                  <a:pt x="270224" y="84392"/>
                  <a:pt x="289941" y="92393"/>
                  <a:pt x="299180" y="103537"/>
                </a:cubicBezTo>
                <a:cubicBezTo>
                  <a:pt x="300038" y="102394"/>
                  <a:pt x="300418" y="96393"/>
                  <a:pt x="301180" y="94869"/>
                </a:cubicBezTo>
                <a:cubicBezTo>
                  <a:pt x="293275" y="84582"/>
                  <a:pt x="292608" y="66104"/>
                  <a:pt x="292608" y="61151"/>
                </a:cubicBezTo>
                <a:cubicBezTo>
                  <a:pt x="292608" y="52102"/>
                  <a:pt x="288036" y="41815"/>
                  <a:pt x="288036" y="41815"/>
                </a:cubicBezTo>
                <a:cubicBezTo>
                  <a:pt x="288036" y="41815"/>
                  <a:pt x="296037" y="48101"/>
                  <a:pt x="298037" y="58865"/>
                </a:cubicBezTo>
                <a:cubicBezTo>
                  <a:pt x="300418" y="71628"/>
                  <a:pt x="305562" y="81725"/>
                  <a:pt x="312420" y="90202"/>
                </a:cubicBezTo>
                <a:cubicBezTo>
                  <a:pt x="325374" y="106299"/>
                  <a:pt x="336994" y="114491"/>
                  <a:pt x="342900" y="108585"/>
                </a:cubicBezTo>
                <a:cubicBezTo>
                  <a:pt x="349948" y="101441"/>
                  <a:pt x="335851" y="69533"/>
                  <a:pt x="317659" y="51721"/>
                </a:cubicBezTo>
                <a:cubicBezTo>
                  <a:pt x="296513" y="30956"/>
                  <a:pt x="290893" y="33623"/>
                  <a:pt x="278511" y="38100"/>
                </a:cubicBezTo>
                <a:cubicBezTo>
                  <a:pt x="268605" y="41624"/>
                  <a:pt x="263271" y="69818"/>
                  <a:pt x="237458" y="69247"/>
                </a:cubicBezTo>
                <a:cubicBezTo>
                  <a:pt x="233077" y="68771"/>
                  <a:pt x="221742" y="68485"/>
                  <a:pt x="216217" y="68485"/>
                </a:cubicBezTo>
                <a:cubicBezTo>
                  <a:pt x="219170" y="64484"/>
                  <a:pt x="221647" y="61341"/>
                  <a:pt x="221647" y="61341"/>
                </a:cubicBezTo>
                <a:cubicBezTo>
                  <a:pt x="221647" y="61341"/>
                  <a:pt x="212979" y="64865"/>
                  <a:pt x="205645" y="69247"/>
                </a:cubicBezTo>
                <a:lnTo>
                  <a:pt x="205073" y="68390"/>
                </a:lnTo>
                <a:cubicBezTo>
                  <a:pt x="207550" y="63151"/>
                  <a:pt x="210217" y="59817"/>
                  <a:pt x="210217" y="59817"/>
                </a:cubicBezTo>
                <a:cubicBezTo>
                  <a:pt x="210217" y="59817"/>
                  <a:pt x="203263" y="64008"/>
                  <a:pt x="196977" y="68961"/>
                </a:cubicBezTo>
                <a:cubicBezTo>
                  <a:pt x="198120" y="62770"/>
                  <a:pt x="202501" y="58769"/>
                  <a:pt x="202501" y="58769"/>
                </a:cubicBezTo>
                <a:cubicBezTo>
                  <a:pt x="202501" y="58769"/>
                  <a:pt x="193738" y="60293"/>
                  <a:pt x="182594" y="72581"/>
                </a:cubicBezTo>
                <a:cubicBezTo>
                  <a:pt x="169926" y="76010"/>
                  <a:pt x="166878" y="78296"/>
                  <a:pt x="156781" y="82772"/>
                </a:cubicBezTo>
                <a:cubicBezTo>
                  <a:pt x="140398" y="79153"/>
                  <a:pt x="132588" y="73438"/>
                  <a:pt x="125254" y="62770"/>
                </a:cubicBezTo>
                <a:cubicBezTo>
                  <a:pt x="119634" y="54674"/>
                  <a:pt x="109633" y="53435"/>
                  <a:pt x="99441" y="57626"/>
                </a:cubicBezTo>
                <a:cubicBezTo>
                  <a:pt x="84582" y="63722"/>
                  <a:pt x="65722" y="72200"/>
                  <a:pt x="65722" y="72200"/>
                </a:cubicBezTo>
                <a:cubicBezTo>
                  <a:pt x="65722" y="72200"/>
                  <a:pt x="71914" y="71914"/>
                  <a:pt x="78296" y="72200"/>
                </a:cubicBezTo>
                <a:cubicBezTo>
                  <a:pt x="69628" y="75533"/>
                  <a:pt x="61150" y="80105"/>
                  <a:pt x="61150" y="80105"/>
                </a:cubicBezTo>
                <a:cubicBezTo>
                  <a:pt x="61150" y="80105"/>
                  <a:pt x="65246" y="80105"/>
                  <a:pt x="70294" y="80105"/>
                </a:cubicBezTo>
                <a:cubicBezTo>
                  <a:pt x="66770" y="82963"/>
                  <a:pt x="64865" y="84392"/>
                  <a:pt x="61531" y="86583"/>
                </a:cubicBezTo>
                <a:cubicBezTo>
                  <a:pt x="53530" y="92393"/>
                  <a:pt x="47054" y="99155"/>
                  <a:pt x="47054" y="99155"/>
                </a:cubicBezTo>
                <a:cubicBezTo>
                  <a:pt x="47054" y="99155"/>
                  <a:pt x="52483" y="96679"/>
                  <a:pt x="57340" y="95250"/>
                </a:cubicBezTo>
                <a:cubicBezTo>
                  <a:pt x="53912" y="103061"/>
                  <a:pt x="47149" y="108776"/>
                  <a:pt x="48387" y="118396"/>
                </a:cubicBezTo>
                <a:cubicBezTo>
                  <a:pt x="49625" y="127159"/>
                  <a:pt x="60293" y="145161"/>
                  <a:pt x="74200" y="156210"/>
                </a:cubicBezTo>
                <a:cubicBezTo>
                  <a:pt x="75343" y="157258"/>
                  <a:pt x="94297" y="174689"/>
                  <a:pt x="108585" y="167545"/>
                </a:cubicBezTo>
                <a:cubicBezTo>
                  <a:pt x="122872" y="160306"/>
                  <a:pt x="128492" y="153924"/>
                  <a:pt x="130873" y="144113"/>
                </a:cubicBezTo>
                <a:cubicBezTo>
                  <a:pt x="133636" y="132779"/>
                  <a:pt x="132112" y="124301"/>
                  <a:pt x="126206" y="99822"/>
                </a:cubicBezTo>
                <a:cubicBezTo>
                  <a:pt x="124301" y="91726"/>
                  <a:pt x="119253" y="75057"/>
                  <a:pt x="116776" y="67151"/>
                </a:cubicBezTo>
                <a:lnTo>
                  <a:pt x="117348" y="66770"/>
                </a:lnTo>
                <a:cubicBezTo>
                  <a:pt x="122015" y="76581"/>
                  <a:pt x="133921" y="102584"/>
                  <a:pt x="138779" y="120015"/>
                </a:cubicBezTo>
                <a:cubicBezTo>
                  <a:pt x="146304" y="147257"/>
                  <a:pt x="143923" y="161068"/>
                  <a:pt x="140494" y="166116"/>
                </a:cubicBezTo>
                <a:cubicBezTo>
                  <a:pt x="130112" y="181451"/>
                  <a:pt x="103537" y="183452"/>
                  <a:pt x="91440" y="174975"/>
                </a:cubicBezTo>
                <a:cubicBezTo>
                  <a:pt x="89535" y="204216"/>
                  <a:pt x="96107" y="217170"/>
                  <a:pt x="98298" y="223647"/>
                </a:cubicBezTo>
                <a:cubicBezTo>
                  <a:pt x="97155" y="231077"/>
                  <a:pt x="102013" y="244983"/>
                  <a:pt x="102013" y="244983"/>
                </a:cubicBezTo>
                <a:cubicBezTo>
                  <a:pt x="102013" y="244983"/>
                  <a:pt x="102584" y="238696"/>
                  <a:pt x="104775" y="235363"/>
                </a:cubicBezTo>
                <a:cubicBezTo>
                  <a:pt x="105346" y="242792"/>
                  <a:pt x="109061" y="251555"/>
                  <a:pt x="109061" y="251555"/>
                </a:cubicBezTo>
                <a:cubicBezTo>
                  <a:pt x="109061" y="251555"/>
                  <a:pt x="108775" y="246126"/>
                  <a:pt x="110490" y="241459"/>
                </a:cubicBezTo>
                <a:cubicBezTo>
                  <a:pt x="112871" y="245554"/>
                  <a:pt x="114586" y="246507"/>
                  <a:pt x="116872" y="249555"/>
                </a:cubicBezTo>
                <a:cubicBezTo>
                  <a:pt x="119063" y="257461"/>
                  <a:pt x="123634" y="263271"/>
                  <a:pt x="123634" y="263271"/>
                </a:cubicBezTo>
                <a:cubicBezTo>
                  <a:pt x="123634" y="263271"/>
                  <a:pt x="122872" y="258985"/>
                  <a:pt x="123254" y="254603"/>
                </a:cubicBezTo>
                <a:cubicBezTo>
                  <a:pt x="134302" y="265176"/>
                  <a:pt x="136207" y="280797"/>
                  <a:pt x="137350" y="292703"/>
                </a:cubicBezTo>
                <a:cubicBezTo>
                  <a:pt x="140494" y="325565"/>
                  <a:pt x="85630" y="351663"/>
                  <a:pt x="74962" y="372237"/>
                </a:cubicBezTo>
                <a:cubicBezTo>
                  <a:pt x="66865" y="384429"/>
                  <a:pt x="62103" y="403670"/>
                  <a:pt x="75724" y="415004"/>
                </a:cubicBezTo>
                <a:cubicBezTo>
                  <a:pt x="85630" y="423101"/>
                  <a:pt x="91345" y="429483"/>
                  <a:pt x="95059" y="434816"/>
                </a:cubicBezTo>
                <a:lnTo>
                  <a:pt x="48768" y="441579"/>
                </a:lnTo>
                <a:lnTo>
                  <a:pt x="0" y="45911"/>
                </a:lnTo>
                <a:close/>
              </a:path>
            </a:pathLst>
          </a:custGeom>
          <a:solidFill>
            <a:srgbClr val="632C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2" r:id="rId14"/>
    <p:sldLayoutId id="2147483663" r:id="rId15"/>
    <p:sldLayoutId id="2147483664" r:id="rId16"/>
    <p:sldLayoutId id="2147483666" r:id="rId17"/>
    <p:sldLayoutId id="2147483667" r:id="rId18"/>
    <p:sldLayoutId id="2147483668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38">
          <p15:clr>
            <a:srgbClr val="F26B43"/>
          </p15:clr>
        </p15:guide>
        <p15:guide id="2" pos="896">
          <p15:clr>
            <a:srgbClr val="F26B43"/>
          </p15:clr>
        </p15:guide>
        <p15:guide id="3" pos="1473">
          <p15:clr>
            <a:srgbClr val="F26B43"/>
          </p15:clr>
        </p15:guide>
        <p15:guide id="4" pos="1014">
          <p15:clr>
            <a:srgbClr val="F26B43"/>
          </p15:clr>
        </p15:guide>
        <p15:guide id="5" pos="2052">
          <p15:clr>
            <a:srgbClr val="F26B43"/>
          </p15:clr>
        </p15:guide>
        <p15:guide id="6" pos="2168">
          <p15:clr>
            <a:srgbClr val="F26B43"/>
          </p15:clr>
        </p15:guide>
        <p15:guide id="7" pos="2627">
          <p15:clr>
            <a:srgbClr val="F26B43"/>
          </p15:clr>
        </p15:guide>
        <p15:guide id="8" pos="2746">
          <p15:clr>
            <a:srgbClr val="F26B43"/>
          </p15:clr>
        </p15:guide>
        <p15:guide id="9" pos="3201">
          <p15:clr>
            <a:srgbClr val="F26B43"/>
          </p15:clr>
        </p15:guide>
        <p15:guide id="10" pos="3318">
          <p15:clr>
            <a:srgbClr val="F26B43"/>
          </p15:clr>
        </p15:guide>
        <p15:guide id="11" pos="3777">
          <p15:clr>
            <a:srgbClr val="F26B43"/>
          </p15:clr>
        </p15:guide>
        <p15:guide id="12" pos="4352">
          <p15:clr>
            <a:srgbClr val="F26B43"/>
          </p15:clr>
        </p15:guide>
        <p15:guide id="13" pos="4476">
          <p15:clr>
            <a:srgbClr val="F26B43"/>
          </p15:clr>
        </p15:guide>
        <p15:guide id="14" pos="5050">
          <p15:clr>
            <a:srgbClr val="F26B43"/>
          </p15:clr>
        </p15:guide>
        <p15:guide id="15" pos="4929">
          <p15:clr>
            <a:srgbClr val="F26B43"/>
          </p15:clr>
        </p15:guide>
        <p15:guide id="16" pos="5510">
          <p15:clr>
            <a:srgbClr val="F26B43"/>
          </p15:clr>
        </p15:guide>
        <p15:guide id="17" pos="6084">
          <p15:clr>
            <a:srgbClr val="F26B43"/>
          </p15:clr>
        </p15:guide>
        <p15:guide id="18" pos="5630">
          <p15:clr>
            <a:srgbClr val="F26B43"/>
          </p15:clr>
        </p15:guide>
        <p15:guide id="19" pos="6204">
          <p15:clr>
            <a:srgbClr val="F26B43"/>
          </p15:clr>
        </p15:guide>
        <p15:guide id="20" pos="6784">
          <p15:clr>
            <a:srgbClr val="F26B43"/>
          </p15:clr>
        </p15:guide>
        <p15:guide id="21" pos="6660">
          <p15:clr>
            <a:srgbClr val="F26B43"/>
          </p15:clr>
        </p15:guide>
        <p15:guide id="22" pos="7237">
          <p15:clr>
            <a:srgbClr val="F26B43"/>
          </p15:clr>
        </p15:guide>
        <p15:guide id="23" orient="horz" pos="899">
          <p15:clr>
            <a:srgbClr val="F26B43"/>
          </p15:clr>
        </p15:guide>
        <p15:guide id="24" orient="horz" pos="1435">
          <p15:clr>
            <a:srgbClr val="F26B43"/>
          </p15:clr>
        </p15:guide>
        <p15:guide id="25" orient="horz" pos="1559">
          <p15:clr>
            <a:srgbClr val="F26B43"/>
          </p15:clr>
        </p15:guide>
        <p15:guide id="26" orient="horz" pos="2088">
          <p15:clr>
            <a:srgbClr val="F26B43"/>
          </p15:clr>
        </p15:guide>
        <p15:guide id="27" orient="horz" pos="2220">
          <p15:clr>
            <a:srgbClr val="F26B43"/>
          </p15:clr>
        </p15:guide>
        <p15:guide id="28" orient="horz" pos="2875">
          <p15:clr>
            <a:srgbClr val="F26B43"/>
          </p15:clr>
        </p15:guide>
        <p15:guide id="29" orient="horz" pos="3416">
          <p15:clr>
            <a:srgbClr val="F26B43"/>
          </p15:clr>
        </p15:guide>
        <p15:guide id="30" orient="horz" pos="3535">
          <p15:clr>
            <a:srgbClr val="F26B43"/>
          </p15:clr>
        </p15:guide>
        <p15:guide id="31" pos="3899">
          <p15:clr>
            <a:srgbClr val="FBAE40"/>
          </p15:clr>
        </p15:guide>
        <p15:guide id="32" orient="horz" pos="2160">
          <p15:clr>
            <a:srgbClr val="FBAE40"/>
          </p15:clr>
        </p15:guide>
        <p15:guide id="33" orient="horz" pos="3954">
          <p15:clr>
            <a:srgbClr val="A4A3A4"/>
          </p15:clr>
        </p15:guide>
        <p15:guide id="34" pos="1592">
          <p15:clr>
            <a:srgbClr val="F26B43"/>
          </p15:clr>
        </p15:guide>
        <p15:guide id="35" orient="horz" pos="4082">
          <p15:clr>
            <a:srgbClr val="F26B43"/>
          </p15:clr>
        </p15:guide>
        <p15:guide id="36" orient="horz" pos="2761">
          <p15:clr>
            <a:srgbClr val="F26B43"/>
          </p15:clr>
        </p15:guide>
        <p15:guide id="37" orient="horz" pos="240">
          <p15:clr>
            <a:srgbClr val="F26B43"/>
          </p15:clr>
        </p15:guide>
        <p15:guide id="38" orient="horz" pos="7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hyperlink" Target="http://www.datadoghq.com/" TargetMode="Externa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hyperlink" Target="https://docs.datadoghq.com/agent/supported_platform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hyperlink" Target="https://app.datadoghq.com/account/settings/agent/latest?platform=overview" TargetMode="Externa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hyperlink" Target="https://docs.datadoghq.com/agent/troubleshooting/debug_mode" TargetMode="External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12" Type="http://schemas.openxmlformats.org/officeDocument/2006/relationships/hyperlink" Target="https://docs.datadoghq.com/agent/troubleshooting/send_a_flare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hyperlink" Target="https://help.datadoghq.com/hc/en-us/requests/new" TargetMode="External"/><Relationship Id="rId15" Type="http://schemas.openxmlformats.org/officeDocument/2006/relationships/hyperlink" Target="https://docs.datadoghq.com/tracing/troubleshooting/tracer_debug_logs" TargetMode="External"/><Relationship Id="rId10" Type="http://schemas.openxmlformats.org/officeDocument/2006/relationships/image" Target="../media/image32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Relationship Id="rId14" Type="http://schemas.openxmlformats.org/officeDocument/2006/relationships/hyperlink" Target="https://docs.datadoghq.com/tracing/troubleshooting/tracer_startup_logs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9"/>
          <p:cNvSpPr txBox="1"/>
          <p:nvPr/>
        </p:nvSpPr>
        <p:spPr>
          <a:xfrm>
            <a:off x="703251" y="581025"/>
            <a:ext cx="6580776" cy="8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Roboto Medium"/>
              <a:buNone/>
            </a:pPr>
            <a:r>
              <a:rPr lang="en-US" sz="7200" b="1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[Prospect / Customer Name]</a:t>
            </a:r>
            <a:endParaRPr dirty="0"/>
          </a:p>
        </p:txBody>
      </p:sp>
      <p:sp>
        <p:nvSpPr>
          <p:cNvPr id="304" name="Google Shape;304;p49"/>
          <p:cNvSpPr txBox="1"/>
          <p:nvPr/>
        </p:nvSpPr>
        <p:spPr>
          <a:xfrm>
            <a:off x="703251" y="3743550"/>
            <a:ext cx="80439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32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PoC scoping, alignment, and schedule</a:t>
            </a:r>
            <a:endParaRPr sz="32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32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[Date] </a:t>
            </a:r>
            <a:endParaRPr sz="32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49"/>
          <p:cNvSpPr txBox="1"/>
          <p:nvPr/>
        </p:nvSpPr>
        <p:spPr>
          <a:xfrm>
            <a:off x="703253" y="4920675"/>
            <a:ext cx="10785600" cy="13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[AE Name] </a:t>
            </a:r>
            <a:r>
              <a:rPr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lang="en-US" sz="2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Enterprise Account Executive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Jek Bao Choo</a:t>
            </a: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Senior Sales Engineer</a:t>
            </a:r>
            <a:endParaRPr sz="2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0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312" name="Google Shape;312;p50"/>
          <p:cNvSpPr/>
          <p:nvPr/>
        </p:nvSpPr>
        <p:spPr>
          <a:xfrm>
            <a:off x="2524986" y="3152632"/>
            <a:ext cx="274200" cy="552600"/>
          </a:xfrm>
          <a:prstGeom prst="homePlate">
            <a:avLst>
              <a:gd name="adj" fmla="val 100000"/>
            </a:avLst>
          </a:prstGeom>
          <a:gradFill>
            <a:gsLst>
              <a:gs pos="0">
                <a:srgbClr val="A960FF">
                  <a:alpha val="0"/>
                </a:srgbClr>
              </a:gs>
              <a:gs pos="75000">
                <a:srgbClr val="A960FF"/>
              </a:gs>
              <a:gs pos="100000">
                <a:srgbClr val="A960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50"/>
          <p:cNvSpPr/>
          <p:nvPr/>
        </p:nvSpPr>
        <p:spPr>
          <a:xfrm>
            <a:off x="4815565" y="3152632"/>
            <a:ext cx="274200" cy="552600"/>
          </a:xfrm>
          <a:prstGeom prst="homePlate">
            <a:avLst>
              <a:gd name="adj" fmla="val 100000"/>
            </a:avLst>
          </a:prstGeom>
          <a:gradFill>
            <a:gsLst>
              <a:gs pos="0">
                <a:srgbClr val="A960FF">
                  <a:alpha val="0"/>
                </a:srgbClr>
              </a:gs>
              <a:gs pos="75000">
                <a:srgbClr val="A960FF"/>
              </a:gs>
              <a:gs pos="100000">
                <a:srgbClr val="A960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50"/>
          <p:cNvSpPr/>
          <p:nvPr/>
        </p:nvSpPr>
        <p:spPr>
          <a:xfrm>
            <a:off x="7106144" y="3152632"/>
            <a:ext cx="274200" cy="552600"/>
          </a:xfrm>
          <a:prstGeom prst="homePlate">
            <a:avLst>
              <a:gd name="adj" fmla="val 100000"/>
            </a:avLst>
          </a:prstGeom>
          <a:gradFill>
            <a:gsLst>
              <a:gs pos="0">
                <a:srgbClr val="A960FF">
                  <a:alpha val="0"/>
                </a:srgbClr>
              </a:gs>
              <a:gs pos="75000">
                <a:srgbClr val="A960FF"/>
              </a:gs>
              <a:gs pos="100000">
                <a:srgbClr val="A960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50"/>
          <p:cNvSpPr/>
          <p:nvPr/>
        </p:nvSpPr>
        <p:spPr>
          <a:xfrm>
            <a:off x="9396723" y="3152632"/>
            <a:ext cx="274200" cy="552600"/>
          </a:xfrm>
          <a:prstGeom prst="homePlate">
            <a:avLst>
              <a:gd name="adj" fmla="val 100000"/>
            </a:avLst>
          </a:prstGeom>
          <a:gradFill>
            <a:gsLst>
              <a:gs pos="0">
                <a:srgbClr val="A960FF">
                  <a:alpha val="0"/>
                </a:srgbClr>
              </a:gs>
              <a:gs pos="75000">
                <a:srgbClr val="A960FF"/>
              </a:gs>
              <a:gs pos="100000">
                <a:srgbClr val="A960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50"/>
          <p:cNvSpPr/>
          <p:nvPr/>
        </p:nvSpPr>
        <p:spPr>
          <a:xfrm>
            <a:off x="641550" y="2606050"/>
            <a:ext cx="1699500" cy="1645800"/>
          </a:xfrm>
          <a:prstGeom prst="roundRect">
            <a:avLst>
              <a:gd name="adj" fmla="val 5892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77025" tIns="77025" rIns="77025" bIns="77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None/>
            </a:pPr>
            <a:r>
              <a:rPr lang="en-US" sz="16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Review Current &amp; Future States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Gaps &amp; challenges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Desired biz outcomes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50"/>
          <p:cNvSpPr/>
          <p:nvPr/>
        </p:nvSpPr>
        <p:spPr>
          <a:xfrm>
            <a:off x="2985903" y="2606040"/>
            <a:ext cx="1645800" cy="1645800"/>
          </a:xfrm>
          <a:prstGeom prst="roundRect">
            <a:avLst>
              <a:gd name="adj" fmla="val 5892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77025" tIns="77025" rIns="77025" bIns="77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921CD7"/>
                </a:solidFill>
                <a:latin typeface="Roboto"/>
                <a:ea typeface="Roboto"/>
                <a:cs typeface="Roboto"/>
                <a:sym typeface="Roboto"/>
              </a:rPr>
              <a:t>Define Success Criteria </a:t>
            </a:r>
            <a:endParaRPr sz="1400" b="0" i="0" u="none" strike="noStrike" cap="none">
              <a:solidFill>
                <a:srgbClr val="921CD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Biz flow &amp; use cases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50"/>
          <p:cNvSpPr/>
          <p:nvPr/>
        </p:nvSpPr>
        <p:spPr>
          <a:xfrm>
            <a:off x="5162175" y="2606050"/>
            <a:ext cx="1814700" cy="1645800"/>
          </a:xfrm>
          <a:prstGeom prst="roundRect">
            <a:avLst>
              <a:gd name="adj" fmla="val 5892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77025" tIns="77025" rIns="77025" bIns="77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B024B9"/>
                </a:solidFill>
                <a:latin typeface="Roboto"/>
                <a:ea typeface="Roboto"/>
                <a:cs typeface="Roboto"/>
                <a:sym typeface="Roboto"/>
              </a:rPr>
              <a:t>Identify env, services &amp; apps</a:t>
            </a:r>
            <a:endParaRPr sz="1400" b="0" i="0" u="none" strike="noStrike" cap="none">
              <a:solidFill>
                <a:srgbClr val="B024B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Tech stack (incl. ver)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Pre-prod, owners &amp; size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50"/>
          <p:cNvSpPr/>
          <p:nvPr/>
        </p:nvSpPr>
        <p:spPr>
          <a:xfrm>
            <a:off x="9857643" y="2606040"/>
            <a:ext cx="1645800" cy="1645800"/>
          </a:xfrm>
          <a:prstGeom prst="roundRect">
            <a:avLst>
              <a:gd name="adj" fmla="val 5892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77025" tIns="77025" rIns="77025" bIns="77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Next Steps</a:t>
            </a:r>
            <a:endParaRPr sz="14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p50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49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321" name="Google Shape;321;p50"/>
          <p:cNvSpPr/>
          <p:nvPr/>
        </p:nvSpPr>
        <p:spPr>
          <a:xfrm>
            <a:off x="7570825" y="2606100"/>
            <a:ext cx="1753500" cy="1645800"/>
          </a:xfrm>
          <a:prstGeom prst="roundRect">
            <a:avLst>
              <a:gd name="adj" fmla="val 5892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77025" tIns="77025" rIns="77025" bIns="770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CC2B9C"/>
                </a:solidFill>
                <a:latin typeface="Roboto"/>
                <a:ea typeface="Roboto"/>
                <a:cs typeface="Roboto"/>
                <a:sym typeface="Roboto"/>
              </a:rPr>
              <a:t>Establish roles &amp; responsibilities</a:t>
            </a:r>
            <a:endParaRPr sz="1400" b="0" i="0" u="none" strike="noStrike" cap="none">
              <a:solidFill>
                <a:srgbClr val="CC2B9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Contacts &amp; timebox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Cadence meetings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2" name="Google Shape;322;p50"/>
          <p:cNvGrpSpPr/>
          <p:nvPr/>
        </p:nvGrpSpPr>
        <p:grpSpPr>
          <a:xfrm>
            <a:off x="637825" y="4436875"/>
            <a:ext cx="4048500" cy="603900"/>
            <a:chOff x="637825" y="4436875"/>
            <a:chExt cx="4048500" cy="603900"/>
          </a:xfrm>
        </p:grpSpPr>
        <p:sp>
          <p:nvSpPr>
            <p:cNvPr id="323" name="Google Shape;323;p50"/>
            <p:cNvSpPr txBox="1"/>
            <p:nvPr/>
          </p:nvSpPr>
          <p:spPr>
            <a:xfrm>
              <a:off x="2026075" y="4691275"/>
              <a:ext cx="1272000" cy="34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Why PoC?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4" name="Google Shape;324;p50"/>
            <p:cNvSpPr/>
            <p:nvPr/>
          </p:nvSpPr>
          <p:spPr>
            <a:xfrm rot="5400000">
              <a:off x="2534875" y="2539825"/>
              <a:ext cx="254400" cy="4048500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25" name="Google Shape;325;p50"/>
          <p:cNvGrpSpPr/>
          <p:nvPr/>
        </p:nvGrpSpPr>
        <p:grpSpPr>
          <a:xfrm>
            <a:off x="2928641" y="5120952"/>
            <a:ext cx="4177500" cy="603898"/>
            <a:chOff x="2928516" y="5207002"/>
            <a:chExt cx="4177500" cy="603898"/>
          </a:xfrm>
        </p:grpSpPr>
        <p:sp>
          <p:nvSpPr>
            <p:cNvPr id="326" name="Google Shape;326;p50"/>
            <p:cNvSpPr txBox="1"/>
            <p:nvPr/>
          </p:nvSpPr>
          <p:spPr>
            <a:xfrm>
              <a:off x="3695392" y="5461400"/>
              <a:ext cx="2643600" cy="34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What is part of the PoC?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7" name="Google Shape;327;p50"/>
            <p:cNvSpPr/>
            <p:nvPr/>
          </p:nvSpPr>
          <p:spPr>
            <a:xfrm rot="5400000">
              <a:off x="4890066" y="3245452"/>
              <a:ext cx="254400" cy="4177500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28" name="Google Shape;328;p50"/>
          <p:cNvGrpSpPr/>
          <p:nvPr/>
        </p:nvGrpSpPr>
        <p:grpSpPr>
          <a:xfrm>
            <a:off x="5219000" y="5888438"/>
            <a:ext cx="4048500" cy="591725"/>
            <a:chOff x="5219000" y="6063200"/>
            <a:chExt cx="4048500" cy="591725"/>
          </a:xfrm>
        </p:grpSpPr>
        <p:sp>
          <p:nvSpPr>
            <p:cNvPr id="329" name="Google Shape;329;p50"/>
            <p:cNvSpPr/>
            <p:nvPr/>
          </p:nvSpPr>
          <p:spPr>
            <a:xfrm rot="5400000">
              <a:off x="7116050" y="4166150"/>
              <a:ext cx="254400" cy="4048500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0" name="Google Shape;330;p50"/>
            <p:cNvSpPr txBox="1"/>
            <p:nvPr/>
          </p:nvSpPr>
          <p:spPr>
            <a:xfrm>
              <a:off x="5767700" y="6305425"/>
              <a:ext cx="2951100" cy="34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Who would be involved in the PoC?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31" name="Google Shape;331;p50"/>
          <p:cNvSpPr txBox="1"/>
          <p:nvPr/>
        </p:nvSpPr>
        <p:spPr>
          <a:xfrm>
            <a:off x="685798" y="990600"/>
            <a:ext cx="10782300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None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PoC Scoping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759;p74">
            <a:extLst>
              <a:ext uri="{FF2B5EF4-FFF2-40B4-BE49-F238E27FC236}">
                <a16:creationId xmlns:a16="http://schemas.microsoft.com/office/drawing/2014/main" id="{2304FF8A-AEFE-04DB-017B-D8D32A8936A3}"/>
              </a:ext>
            </a:extLst>
          </p:cNvPr>
          <p:cNvSpPr/>
          <p:nvPr/>
        </p:nvSpPr>
        <p:spPr>
          <a:xfrm>
            <a:off x="1228410" y="1900148"/>
            <a:ext cx="525780" cy="552450"/>
          </a:xfrm>
          <a:custGeom>
            <a:avLst/>
            <a:gdLst/>
            <a:ahLst/>
            <a:cxnLst/>
            <a:rect l="l" t="t" r="r" b="b"/>
            <a:pathLst>
              <a:path w="1524000" h="1524000" extrusionOk="0">
                <a:moveTo>
                  <a:pt x="1116044" y="496919"/>
                </a:moveTo>
                <a:lnTo>
                  <a:pt x="1169956" y="550831"/>
                </a:lnTo>
                <a:lnTo>
                  <a:pt x="666750" y="1054036"/>
                </a:lnTo>
                <a:lnTo>
                  <a:pt x="354044" y="741331"/>
                </a:lnTo>
                <a:lnTo>
                  <a:pt x="407956" y="687419"/>
                </a:lnTo>
                <a:lnTo>
                  <a:pt x="666750" y="946213"/>
                </a:lnTo>
                <a:close/>
                <a:moveTo>
                  <a:pt x="762000" y="76200"/>
                </a:moveTo>
                <a:cubicBezTo>
                  <a:pt x="383858" y="76200"/>
                  <a:pt x="76200" y="383858"/>
                  <a:pt x="76200" y="762000"/>
                </a:cubicBezTo>
                <a:cubicBezTo>
                  <a:pt x="76200" y="1140143"/>
                  <a:pt x="383858" y="1447800"/>
                  <a:pt x="762000" y="1447800"/>
                </a:cubicBezTo>
                <a:cubicBezTo>
                  <a:pt x="1140143" y="1447800"/>
                  <a:pt x="1447800" y="1140143"/>
                  <a:pt x="1447800" y="762000"/>
                </a:cubicBezTo>
                <a:cubicBezTo>
                  <a:pt x="1447800" y="383858"/>
                  <a:pt x="1140143" y="76200"/>
                  <a:pt x="762000" y="76200"/>
                </a:cubicBezTo>
                <a:close/>
                <a:moveTo>
                  <a:pt x="762000" y="0"/>
                </a:moveTo>
                <a:cubicBezTo>
                  <a:pt x="1182148" y="0"/>
                  <a:pt x="1524000" y="341852"/>
                  <a:pt x="1524000" y="762000"/>
                </a:cubicBezTo>
                <a:cubicBezTo>
                  <a:pt x="1524000" y="1182148"/>
                  <a:pt x="1182148" y="1524000"/>
                  <a:pt x="762000" y="1524000"/>
                </a:cubicBezTo>
                <a:cubicBezTo>
                  <a:pt x="341852" y="1524000"/>
                  <a:pt x="0" y="1182148"/>
                  <a:pt x="0" y="762000"/>
                </a:cubicBezTo>
                <a:cubicBezTo>
                  <a:pt x="0" y="341852"/>
                  <a:pt x="341852" y="0"/>
                  <a:pt x="762000" y="0"/>
                </a:cubicBezTo>
                <a:close/>
              </a:path>
            </a:pathLst>
          </a:cu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1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49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</a:pPr>
            <a:r>
              <a:rPr lang="en-US"/>
              <a:t>Current &amp; Future States</a:t>
            </a:r>
            <a:endParaRPr/>
          </a:p>
        </p:txBody>
      </p:sp>
      <p:sp>
        <p:nvSpPr>
          <p:cNvPr id="338" name="Google Shape;338;p51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339" name="Google Shape;339;p51"/>
          <p:cNvSpPr/>
          <p:nvPr/>
        </p:nvSpPr>
        <p:spPr>
          <a:xfrm>
            <a:off x="6426600" y="1440900"/>
            <a:ext cx="5060400" cy="4836000"/>
          </a:xfrm>
          <a:prstGeom prst="round2SameRect">
            <a:avLst>
              <a:gd name="adj1" fmla="val 0"/>
              <a:gd name="adj2" fmla="val 1963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182875" tIns="274300" rIns="91425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Future state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[Description of the desired business outcomes]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" lvl="0" indent="-182880">
              <a:lnSpc>
                <a:spcPct val="114000"/>
              </a:lnSpc>
              <a:spcBef>
                <a:spcPts val="600"/>
              </a:spcBef>
              <a:buSzPts val="2000"/>
              <a:buFont typeface="Arial"/>
              <a:buChar char="•"/>
            </a:pPr>
            <a:r>
              <a:rPr lang="en-US" sz="2000" dirty="0">
                <a:latin typeface="Roboto"/>
                <a:ea typeface="Roboto"/>
                <a:cs typeface="Roboto"/>
                <a:sym typeface="Roboto"/>
              </a:rPr>
              <a:t>[Items to illustrate the desired business outcomes]</a:t>
            </a:r>
            <a:endParaRPr lang="en-US" dirty="0"/>
          </a:p>
          <a:p>
            <a:pPr marL="365760" lvl="2" indent="-182880">
              <a:lnSpc>
                <a:spcPct val="114000"/>
              </a:lnSpc>
              <a:spcBef>
                <a:spcPts val="600"/>
              </a:spcBef>
              <a:buSzPts val="1800"/>
              <a:buFont typeface="Arial"/>
              <a:buChar char="•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[Sub items to illustrate the desired business outcomes]</a:t>
            </a:r>
            <a:endParaRPr lang="en-US" sz="1050" dirty="0"/>
          </a:p>
        </p:txBody>
      </p:sp>
      <p:sp>
        <p:nvSpPr>
          <p:cNvPr id="340" name="Google Shape;340;p51"/>
          <p:cNvSpPr/>
          <p:nvPr/>
        </p:nvSpPr>
        <p:spPr>
          <a:xfrm>
            <a:off x="6202521" y="1440894"/>
            <a:ext cx="5284500" cy="91500"/>
          </a:xfrm>
          <a:prstGeom prst="rect">
            <a:avLst/>
          </a:prstGeom>
          <a:gradFill>
            <a:gsLst>
              <a:gs pos="0">
                <a:schemeClr val="accent2"/>
              </a:gs>
              <a:gs pos="30000">
                <a:schemeClr val="accent2"/>
              </a:gs>
              <a:gs pos="90000">
                <a:schemeClr val="accent4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51"/>
          <p:cNvSpPr/>
          <p:nvPr/>
        </p:nvSpPr>
        <p:spPr>
          <a:xfrm>
            <a:off x="709600" y="1440900"/>
            <a:ext cx="5130900" cy="4836000"/>
          </a:xfrm>
          <a:prstGeom prst="round2SameRect">
            <a:avLst>
              <a:gd name="adj1" fmla="val 0"/>
              <a:gd name="adj2" fmla="val 1911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182875" tIns="274300" rIns="91425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Current state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[Description of the gaps &amp; challenges]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" marR="0" lvl="0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[Items to illustrate the gaps &amp; challenges]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5760" lvl="2" indent="-182880">
              <a:lnSpc>
                <a:spcPct val="114000"/>
              </a:lnSpc>
              <a:spcBef>
                <a:spcPts val="600"/>
              </a:spcBef>
              <a:buSzPts val="1800"/>
              <a:buFont typeface="Arial"/>
              <a:buChar char="•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[Sub items to illustrate the gaps &amp; challenges]</a:t>
            </a:r>
            <a:endParaRPr lang="en-US" sz="1050" dirty="0"/>
          </a:p>
          <a:p>
            <a:pPr marL="365760" marR="0" lvl="2" indent="-18288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51"/>
          <p:cNvSpPr/>
          <p:nvPr/>
        </p:nvSpPr>
        <p:spPr>
          <a:xfrm>
            <a:off x="711358" y="1440894"/>
            <a:ext cx="5284500" cy="91500"/>
          </a:xfrm>
          <a:prstGeom prst="rect">
            <a:avLst/>
          </a:prstGeom>
          <a:gradFill>
            <a:gsLst>
              <a:gs pos="0">
                <a:srgbClr val="5C00EF"/>
              </a:gs>
              <a:gs pos="30000">
                <a:srgbClr val="5C00EF"/>
              </a:gs>
              <a:gs pos="90000">
                <a:srgbClr val="9C43FE"/>
              </a:gs>
              <a:gs pos="100000">
                <a:srgbClr val="9C43FE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51"/>
          <p:cNvSpPr txBox="1"/>
          <p:nvPr/>
        </p:nvSpPr>
        <p:spPr>
          <a:xfrm>
            <a:off x="685798" y="990600"/>
            <a:ext cx="10782300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51"/>
          <p:cNvSpPr/>
          <p:nvPr/>
        </p:nvSpPr>
        <p:spPr>
          <a:xfrm>
            <a:off x="5996445" y="3428993"/>
            <a:ext cx="274200" cy="552600"/>
          </a:xfrm>
          <a:prstGeom prst="homePlate">
            <a:avLst>
              <a:gd name="adj" fmla="val 100000"/>
            </a:avLst>
          </a:prstGeom>
          <a:gradFill>
            <a:gsLst>
              <a:gs pos="0">
                <a:srgbClr val="A960FF">
                  <a:alpha val="0"/>
                </a:srgbClr>
              </a:gs>
              <a:gs pos="75000">
                <a:srgbClr val="A960FF"/>
              </a:gs>
              <a:gs pos="100000">
                <a:srgbClr val="A960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4900" cy="8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Define Success Criteria</a:t>
            </a:r>
            <a:endParaRPr/>
          </a:p>
        </p:txBody>
      </p:sp>
      <p:sp>
        <p:nvSpPr>
          <p:cNvPr id="351" name="Google Shape;351;p52"/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Business Use Cases</a:t>
            </a:r>
            <a:endParaRPr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dirty="0"/>
              <a:t>[Business use cases 1]</a:t>
            </a:r>
            <a:endParaRPr dirty="0"/>
          </a:p>
          <a:p>
            <a:pPr indent="-355600">
              <a:buFont typeface="Arial"/>
              <a:buAutoNum type="arabicPeriod"/>
            </a:pPr>
            <a:r>
              <a:rPr lang="en-US" dirty="0"/>
              <a:t>[Business use cases 2]</a:t>
            </a:r>
            <a:endParaRPr dirty="0"/>
          </a:p>
          <a:p>
            <a:pPr lvl="0" indent="-355600">
              <a:buAutoNum type="arabicPeriod"/>
            </a:pPr>
            <a:r>
              <a:rPr lang="en-US" dirty="0"/>
              <a:t>[Business use cases 3]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Success Criteria</a:t>
            </a:r>
            <a:endParaRPr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dirty="0"/>
              <a:t>[Success criteria 1]</a:t>
            </a:r>
            <a:endParaRPr dirty="0"/>
          </a:p>
          <a:p>
            <a:pPr indent="-355600">
              <a:buFont typeface="Arial"/>
              <a:buAutoNum type="arabicPeriod"/>
            </a:pPr>
            <a:r>
              <a:rPr lang="en-US" dirty="0"/>
              <a:t>[Success criteria 2]</a:t>
            </a:r>
            <a:endParaRPr dirty="0"/>
          </a:p>
          <a:p>
            <a:pPr indent="-355600">
              <a:buFont typeface="Arial"/>
              <a:buAutoNum type="arabicPeriod"/>
            </a:pPr>
            <a:r>
              <a:rPr lang="en-US" dirty="0"/>
              <a:t>[Success criteria 3]</a:t>
            </a:r>
          </a:p>
        </p:txBody>
      </p:sp>
      <p:sp>
        <p:nvSpPr>
          <p:cNvPr id="352" name="Google Shape;352;p52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4"/>
          <p:cNvSpPr txBox="1"/>
          <p:nvPr/>
        </p:nvSpPr>
        <p:spPr>
          <a:xfrm>
            <a:off x="695323" y="357808"/>
            <a:ext cx="107949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Roboto"/>
                <a:ea typeface="Roboto"/>
                <a:cs typeface="Roboto"/>
                <a:sym typeface="Roboto"/>
              </a:rPr>
              <a:t>MTTD Calculation</a:t>
            </a:r>
            <a:endParaRPr sz="36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54"/>
          <p:cNvSpPr txBox="1"/>
          <p:nvPr/>
        </p:nvSpPr>
        <p:spPr>
          <a:xfrm>
            <a:off x="688809" y="2234520"/>
            <a:ext cx="1641900" cy="16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Before Datadog</a:t>
            </a:r>
            <a:endParaRPr sz="2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54"/>
          <p:cNvSpPr/>
          <p:nvPr/>
        </p:nvSpPr>
        <p:spPr>
          <a:xfrm>
            <a:off x="9864357" y="2234519"/>
            <a:ext cx="1641900" cy="1641900"/>
          </a:xfrm>
          <a:prstGeom prst="ellipse">
            <a:avLst/>
          </a:prstGeom>
          <a:gradFill>
            <a:gsLst>
              <a:gs pos="0">
                <a:srgbClr val="4F00FF"/>
              </a:gs>
              <a:gs pos="100000">
                <a:srgbClr val="6B27AC"/>
              </a:gs>
            </a:gsLst>
            <a:lin ang="2700006" scaled="0"/>
          </a:gradFill>
          <a:ln>
            <a:noFill/>
          </a:ln>
          <a:effectLst>
            <a:outerShdw blurRad="101600" dist="50800" dir="5400000" algn="ctr" rotWithShape="0">
              <a:srgbClr val="000000">
                <a:alpha val="941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</p:txBody>
      </p:sp>
      <p:cxnSp>
        <p:nvCxnSpPr>
          <p:cNvPr id="374" name="Google Shape;374;p54"/>
          <p:cNvCxnSpPr/>
          <p:nvPr/>
        </p:nvCxnSpPr>
        <p:spPr>
          <a:xfrm>
            <a:off x="688809" y="4027873"/>
            <a:ext cx="10803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5" name="Google Shape;375;p54"/>
          <p:cNvSpPr/>
          <p:nvPr/>
        </p:nvSpPr>
        <p:spPr>
          <a:xfrm>
            <a:off x="2680157" y="4430081"/>
            <a:ext cx="1344600" cy="13443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7A00FC"/>
                </a:solidFill>
                <a:latin typeface="Roboto"/>
                <a:ea typeface="Roboto"/>
                <a:cs typeface="Roboto"/>
                <a:sym typeface="Roboto"/>
              </a:rPr>
              <a:t>[72]</a:t>
            </a:r>
            <a:endParaRPr sz="3000" dirty="0">
              <a:solidFill>
                <a:srgbClr val="7A00F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54"/>
          <p:cNvSpPr txBox="1"/>
          <p:nvPr/>
        </p:nvSpPr>
        <p:spPr>
          <a:xfrm>
            <a:off x="688809" y="4291197"/>
            <a:ext cx="1641900" cy="16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7700FF"/>
                </a:solidFill>
                <a:latin typeface="Roboto"/>
                <a:ea typeface="Roboto"/>
                <a:cs typeface="Roboto"/>
                <a:sym typeface="Roboto"/>
              </a:rPr>
              <a:t>With Datadog</a:t>
            </a:r>
            <a:endParaRPr sz="2400">
              <a:solidFill>
                <a:srgbClr val="77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54"/>
          <p:cNvSpPr/>
          <p:nvPr/>
        </p:nvSpPr>
        <p:spPr>
          <a:xfrm>
            <a:off x="5105649" y="4523829"/>
            <a:ext cx="1161600" cy="11613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7A00FC"/>
                </a:solidFill>
                <a:latin typeface="Roboto"/>
                <a:ea typeface="Roboto"/>
                <a:cs typeface="Roboto"/>
                <a:sym typeface="Roboto"/>
              </a:rPr>
              <a:t>[12]</a:t>
            </a:r>
            <a:endParaRPr sz="3000" dirty="0">
              <a:solidFill>
                <a:srgbClr val="7A00F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54"/>
          <p:cNvSpPr/>
          <p:nvPr/>
        </p:nvSpPr>
        <p:spPr>
          <a:xfrm>
            <a:off x="7410217" y="4500362"/>
            <a:ext cx="1216500" cy="12162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7A00FC"/>
                </a:solidFill>
                <a:latin typeface="Roboto"/>
                <a:ea typeface="Roboto"/>
                <a:cs typeface="Roboto"/>
                <a:sym typeface="Roboto"/>
              </a:rPr>
              <a:t>[12]</a:t>
            </a:r>
            <a:endParaRPr sz="3000" dirty="0">
              <a:solidFill>
                <a:srgbClr val="7A00F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" name="Google Shape;379;p54"/>
          <p:cNvSpPr/>
          <p:nvPr/>
        </p:nvSpPr>
        <p:spPr>
          <a:xfrm>
            <a:off x="10333319" y="4749604"/>
            <a:ext cx="704400" cy="704100"/>
          </a:xfrm>
          <a:prstGeom prst="ellipse">
            <a:avLst/>
          </a:prstGeom>
          <a:gradFill>
            <a:gsLst>
              <a:gs pos="0">
                <a:srgbClr val="4F00FF"/>
              </a:gs>
              <a:gs pos="100000">
                <a:srgbClr val="6B27AC"/>
              </a:gs>
            </a:gsLst>
            <a:lin ang="2700006" scaled="0"/>
          </a:gradFill>
          <a:ln>
            <a:noFill/>
          </a:ln>
          <a:effectLst>
            <a:outerShdw blurRad="101600" dist="50800" dir="5400000" algn="ctr" rotWithShape="0">
              <a:srgbClr val="000000">
                <a:alpha val="941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54"/>
          <p:cNvSpPr txBox="1"/>
          <p:nvPr/>
        </p:nvSpPr>
        <p:spPr>
          <a:xfrm>
            <a:off x="9675396" y="1707874"/>
            <a:ext cx="20199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Total hours per year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54"/>
          <p:cNvSpPr/>
          <p:nvPr/>
        </p:nvSpPr>
        <p:spPr>
          <a:xfrm>
            <a:off x="9178172" y="2891213"/>
            <a:ext cx="347400" cy="328500"/>
          </a:xfrm>
          <a:prstGeom prst="mathEqual">
            <a:avLst>
              <a:gd name="adj1" fmla="val 19112"/>
              <a:gd name="adj2" fmla="val 20575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54"/>
          <p:cNvSpPr/>
          <p:nvPr/>
        </p:nvSpPr>
        <p:spPr>
          <a:xfrm>
            <a:off x="4346691" y="2883719"/>
            <a:ext cx="347400" cy="347400"/>
          </a:xfrm>
          <a:prstGeom prst="mathMultiply">
            <a:avLst>
              <a:gd name="adj1" fmla="val 18689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54"/>
          <p:cNvSpPr/>
          <p:nvPr/>
        </p:nvSpPr>
        <p:spPr>
          <a:xfrm>
            <a:off x="6678710" y="2883719"/>
            <a:ext cx="347400" cy="347400"/>
          </a:xfrm>
          <a:prstGeom prst="mathMultiply">
            <a:avLst>
              <a:gd name="adj1" fmla="val 18689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54"/>
          <p:cNvSpPr/>
          <p:nvPr/>
        </p:nvSpPr>
        <p:spPr>
          <a:xfrm>
            <a:off x="9178172" y="4947897"/>
            <a:ext cx="347400" cy="328500"/>
          </a:xfrm>
          <a:prstGeom prst="mathEqual">
            <a:avLst>
              <a:gd name="adj1" fmla="val 19112"/>
              <a:gd name="adj2" fmla="val 20575"/>
            </a:avLst>
          </a:prstGeom>
          <a:gradFill>
            <a:gsLst>
              <a:gs pos="0">
                <a:srgbClr val="4F00FF"/>
              </a:gs>
              <a:gs pos="100000">
                <a:srgbClr val="6B27AC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54"/>
          <p:cNvSpPr/>
          <p:nvPr/>
        </p:nvSpPr>
        <p:spPr>
          <a:xfrm>
            <a:off x="4346691" y="4938447"/>
            <a:ext cx="347400" cy="347400"/>
          </a:xfrm>
          <a:prstGeom prst="mathMultiply">
            <a:avLst>
              <a:gd name="adj1" fmla="val 18689"/>
            </a:avLst>
          </a:prstGeom>
          <a:gradFill>
            <a:gsLst>
              <a:gs pos="0">
                <a:srgbClr val="4F00FF"/>
              </a:gs>
              <a:gs pos="100000">
                <a:srgbClr val="6B27AC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54"/>
          <p:cNvSpPr/>
          <p:nvPr/>
        </p:nvSpPr>
        <p:spPr>
          <a:xfrm>
            <a:off x="6678710" y="4938447"/>
            <a:ext cx="347400" cy="347400"/>
          </a:xfrm>
          <a:prstGeom prst="mathMultiply">
            <a:avLst>
              <a:gd name="adj1" fmla="val 18689"/>
            </a:avLst>
          </a:prstGeom>
          <a:gradFill>
            <a:gsLst>
              <a:gs pos="0">
                <a:srgbClr val="4F00FF"/>
              </a:gs>
              <a:gs pos="100000">
                <a:srgbClr val="6B27AC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54"/>
          <p:cNvSpPr/>
          <p:nvPr/>
        </p:nvSpPr>
        <p:spPr>
          <a:xfrm>
            <a:off x="2529520" y="2234519"/>
            <a:ext cx="1645800" cy="16458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latin typeface="Roboto"/>
                <a:ea typeface="Roboto"/>
                <a:cs typeface="Roboto"/>
                <a:sym typeface="Roboto"/>
              </a:rPr>
              <a:t>[99]</a:t>
            </a:r>
            <a:endParaRPr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54"/>
          <p:cNvSpPr/>
          <p:nvPr/>
        </p:nvSpPr>
        <p:spPr>
          <a:xfrm>
            <a:off x="4865439" y="2234519"/>
            <a:ext cx="1641900" cy="16419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[12]</a:t>
            </a:r>
            <a:endParaRPr sz="30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54"/>
          <p:cNvSpPr/>
          <p:nvPr/>
        </p:nvSpPr>
        <p:spPr>
          <a:xfrm>
            <a:off x="7197457" y="2234519"/>
            <a:ext cx="1641900" cy="16419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[22]</a:t>
            </a:r>
            <a:endParaRPr sz="30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54"/>
          <p:cNvSpPr txBox="1"/>
          <p:nvPr/>
        </p:nvSpPr>
        <p:spPr>
          <a:xfrm>
            <a:off x="2330695" y="1707874"/>
            <a:ext cx="20199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Major incidents per year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54"/>
          <p:cNvSpPr txBox="1"/>
          <p:nvPr/>
        </p:nvSpPr>
        <p:spPr>
          <a:xfrm>
            <a:off x="4858530" y="1707874"/>
            <a:ext cx="16419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FTEs per incident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54"/>
          <p:cNvSpPr txBox="1"/>
          <p:nvPr/>
        </p:nvSpPr>
        <p:spPr>
          <a:xfrm>
            <a:off x="7008571" y="1707874"/>
            <a:ext cx="20199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Hours per incident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54"/>
          <p:cNvSpPr/>
          <p:nvPr/>
        </p:nvSpPr>
        <p:spPr>
          <a:xfrm>
            <a:off x="4346691" y="2883719"/>
            <a:ext cx="347400" cy="347400"/>
          </a:xfrm>
          <a:prstGeom prst="mathMultiply">
            <a:avLst>
              <a:gd name="adj1" fmla="val 18689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54"/>
          <p:cNvSpPr/>
          <p:nvPr/>
        </p:nvSpPr>
        <p:spPr>
          <a:xfrm>
            <a:off x="6678710" y="2883719"/>
            <a:ext cx="347400" cy="347400"/>
          </a:xfrm>
          <a:prstGeom prst="mathMultiply">
            <a:avLst>
              <a:gd name="adj1" fmla="val 18689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p54"/>
          <p:cNvSpPr txBox="1"/>
          <p:nvPr/>
        </p:nvSpPr>
        <p:spPr>
          <a:xfrm>
            <a:off x="9864456" y="2748406"/>
            <a:ext cx="16419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~</a:t>
            </a:r>
            <a:r>
              <a:rPr lang="en-US" sz="3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[19,000]</a:t>
            </a:r>
            <a:endParaRPr sz="30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54"/>
          <p:cNvSpPr txBox="1"/>
          <p:nvPr/>
        </p:nvSpPr>
        <p:spPr>
          <a:xfrm>
            <a:off x="9864456" y="4108012"/>
            <a:ext cx="16419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7700FF"/>
                </a:solidFill>
                <a:latin typeface="Roboto"/>
                <a:ea typeface="Roboto"/>
                <a:cs typeface="Roboto"/>
                <a:sym typeface="Roboto"/>
              </a:rPr>
              <a:t>~[</a:t>
            </a:r>
            <a:r>
              <a:rPr lang="en-US" sz="3000" b="1" dirty="0">
                <a:solidFill>
                  <a:srgbClr val="7700FF"/>
                </a:solidFill>
                <a:latin typeface="Roboto"/>
                <a:ea typeface="Roboto"/>
                <a:cs typeface="Roboto"/>
                <a:sym typeface="Roboto"/>
              </a:rPr>
              <a:t>10,368]</a:t>
            </a:r>
            <a:endParaRPr sz="3000" b="1" dirty="0">
              <a:solidFill>
                <a:srgbClr val="77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p54"/>
          <p:cNvSpPr/>
          <p:nvPr/>
        </p:nvSpPr>
        <p:spPr>
          <a:xfrm>
            <a:off x="2517492" y="5594432"/>
            <a:ext cx="1646100" cy="456900"/>
          </a:xfrm>
          <a:prstGeom prst="roundRect">
            <a:avLst>
              <a:gd name="adj" fmla="val 13836"/>
            </a:avLst>
          </a:prstGeom>
          <a:gradFill>
            <a:gsLst>
              <a:gs pos="0">
                <a:srgbClr val="4F00FF">
                  <a:alpha val="14510"/>
                </a:srgbClr>
              </a:gs>
              <a:gs pos="100000">
                <a:srgbClr val="6B27AC">
                  <a:alpha val="14902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7700FF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endParaRPr sz="1800" b="1">
              <a:solidFill>
                <a:srgbClr val="7700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98" name="Google Shape;398;p54"/>
          <p:cNvSpPr/>
          <p:nvPr/>
        </p:nvSpPr>
        <p:spPr>
          <a:xfrm>
            <a:off x="4858530" y="5594432"/>
            <a:ext cx="1646100" cy="456900"/>
          </a:xfrm>
          <a:prstGeom prst="roundRect">
            <a:avLst>
              <a:gd name="adj" fmla="val 13836"/>
            </a:avLst>
          </a:prstGeom>
          <a:gradFill>
            <a:gsLst>
              <a:gs pos="0">
                <a:srgbClr val="4F00FF">
                  <a:alpha val="14510"/>
                </a:srgbClr>
              </a:gs>
              <a:gs pos="100000">
                <a:srgbClr val="6B27AC">
                  <a:alpha val="14902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7700FF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endParaRPr sz="1800" b="1">
              <a:solidFill>
                <a:srgbClr val="7700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99" name="Google Shape;399;p54"/>
          <p:cNvSpPr/>
          <p:nvPr/>
        </p:nvSpPr>
        <p:spPr>
          <a:xfrm>
            <a:off x="7193255" y="5594432"/>
            <a:ext cx="1646100" cy="456900"/>
          </a:xfrm>
          <a:prstGeom prst="roundRect">
            <a:avLst>
              <a:gd name="adj" fmla="val 13836"/>
            </a:avLst>
          </a:prstGeom>
          <a:gradFill>
            <a:gsLst>
              <a:gs pos="0">
                <a:srgbClr val="4F00FF">
                  <a:alpha val="14510"/>
                </a:srgbClr>
              </a:gs>
              <a:gs pos="100000">
                <a:srgbClr val="6B27AC">
                  <a:alpha val="14902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700FF"/>
                </a:solidFill>
                <a:latin typeface="Roboto Mono"/>
                <a:ea typeface="Roboto Mono"/>
                <a:cs typeface="Roboto Mono"/>
                <a:sym typeface="Roboto Mono"/>
              </a:rPr>
              <a:t>-[45]%</a:t>
            </a:r>
            <a:endParaRPr sz="1800" b="1" dirty="0">
              <a:solidFill>
                <a:srgbClr val="7700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00" name="Google Shape;400;p54"/>
          <p:cNvSpPr/>
          <p:nvPr/>
        </p:nvSpPr>
        <p:spPr>
          <a:xfrm>
            <a:off x="9864357" y="5594432"/>
            <a:ext cx="1646100" cy="456900"/>
          </a:xfrm>
          <a:prstGeom prst="roundRect">
            <a:avLst>
              <a:gd name="adj" fmla="val 13836"/>
            </a:avLst>
          </a:prstGeom>
          <a:gradFill>
            <a:gsLst>
              <a:gs pos="0">
                <a:srgbClr val="4F00FF">
                  <a:alpha val="14510"/>
                </a:srgbClr>
              </a:gs>
              <a:gs pos="100000">
                <a:srgbClr val="6B27AC">
                  <a:alpha val="14902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700FF"/>
                </a:solidFill>
                <a:latin typeface="Roboto Mono"/>
                <a:ea typeface="Roboto Mono"/>
                <a:cs typeface="Roboto Mono"/>
                <a:sym typeface="Roboto Mono"/>
              </a:rPr>
              <a:t>-[45]%</a:t>
            </a:r>
            <a:endParaRPr sz="1800" b="1" dirty="0">
              <a:solidFill>
                <a:srgbClr val="7700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01" name="Google Shape;401;p54"/>
          <p:cNvSpPr txBox="1"/>
          <p:nvPr/>
        </p:nvSpPr>
        <p:spPr>
          <a:xfrm>
            <a:off x="688797" y="5595476"/>
            <a:ext cx="1641900" cy="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7700FF"/>
                </a:solidFill>
                <a:latin typeface="Roboto"/>
                <a:ea typeface="Roboto"/>
                <a:cs typeface="Roboto"/>
                <a:sym typeface="Roboto"/>
              </a:rPr>
              <a:t>% reduction</a:t>
            </a:r>
            <a:endParaRPr sz="1800">
              <a:solidFill>
                <a:srgbClr val="77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1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4900" cy="8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Meeting Cadence Alignment</a:t>
            </a:r>
            <a:endParaRPr/>
          </a:p>
        </p:txBody>
      </p:sp>
      <p:sp>
        <p:nvSpPr>
          <p:cNvPr id="366" name="Google Shape;366;p51"/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Attend cadence meetings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Frequency: 2x per week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Date &amp; Time:</a:t>
            </a:r>
            <a:endParaRPr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…</a:t>
            </a:r>
            <a:endParaRPr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…</a:t>
            </a:r>
            <a:endParaRPr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…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Comm. channel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Slack / Teams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Showback PoC meeting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Audience: …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Date: TBD </a:t>
            </a:r>
            <a:endParaRPr/>
          </a:p>
        </p:txBody>
      </p:sp>
      <p:sp>
        <p:nvSpPr>
          <p:cNvPr id="367" name="Google Shape;367;p51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2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49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</a:pPr>
            <a:r>
              <a:rPr lang="en-US"/>
              <a:t>Establish roles &amp; responsibilities</a:t>
            </a:r>
            <a:endParaRPr/>
          </a:p>
        </p:txBody>
      </p:sp>
      <p:sp>
        <p:nvSpPr>
          <p:cNvPr id="373" name="Google Shape;373;p52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374" name="Google Shape;374;p52"/>
          <p:cNvSpPr/>
          <p:nvPr/>
        </p:nvSpPr>
        <p:spPr>
          <a:xfrm>
            <a:off x="1873847" y="1226148"/>
            <a:ext cx="5050800" cy="5050800"/>
          </a:xfrm>
          <a:prstGeom prst="ellipse">
            <a:avLst/>
          </a:prstGeom>
          <a:gradFill>
            <a:gsLst>
              <a:gs pos="0">
                <a:srgbClr val="5C00EF"/>
              </a:gs>
              <a:gs pos="5000">
                <a:srgbClr val="5C00EF"/>
              </a:gs>
              <a:gs pos="100000">
                <a:schemeClr val="accent2"/>
              </a:gs>
            </a:gsLst>
            <a:lin ang="2700006" scaled="0"/>
          </a:gradFill>
          <a:ln w="19050" cap="flat" cmpd="sng">
            <a:solidFill>
              <a:srgbClr val="60D3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182875" tIns="2743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52"/>
          <p:cNvSpPr/>
          <p:nvPr/>
        </p:nvSpPr>
        <p:spPr>
          <a:xfrm>
            <a:off x="5267325" y="1226148"/>
            <a:ext cx="5050800" cy="5050800"/>
          </a:xfrm>
          <a:prstGeom prst="ellipse">
            <a:avLst/>
          </a:prstGeom>
          <a:gradFill>
            <a:gsLst>
              <a:gs pos="0">
                <a:schemeClr val="accent2"/>
              </a:gs>
              <a:gs pos="30000">
                <a:schemeClr val="accent2"/>
              </a:gs>
              <a:gs pos="90000">
                <a:schemeClr val="accent4"/>
              </a:gs>
              <a:gs pos="100000">
                <a:schemeClr val="accent4"/>
              </a:gs>
            </a:gsLst>
            <a:lin ang="2698631" scaled="0"/>
          </a:gradFill>
          <a:ln w="19050" cap="flat" cmpd="sng">
            <a:solidFill>
              <a:srgbClr val="60D3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182875" tIns="2743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52"/>
          <p:cNvSpPr/>
          <p:nvPr/>
        </p:nvSpPr>
        <p:spPr>
          <a:xfrm>
            <a:off x="5267325" y="1884937"/>
            <a:ext cx="1657350" cy="3733250"/>
          </a:xfrm>
          <a:custGeom>
            <a:avLst/>
            <a:gdLst/>
            <a:ahLst/>
            <a:cxnLst/>
            <a:rect l="l" t="t" r="r" b="b"/>
            <a:pathLst>
              <a:path w="1657350" h="3733250" extrusionOk="0">
                <a:moveTo>
                  <a:pt x="828675" y="0"/>
                </a:moveTo>
                <a:lnTo>
                  <a:pt x="917674" y="80888"/>
                </a:lnTo>
                <a:cubicBezTo>
                  <a:pt x="1374684" y="537898"/>
                  <a:pt x="1657350" y="1169251"/>
                  <a:pt x="1657350" y="1866625"/>
                </a:cubicBezTo>
                <a:cubicBezTo>
                  <a:pt x="1657350" y="2563999"/>
                  <a:pt x="1374684" y="3195353"/>
                  <a:pt x="917674" y="3652363"/>
                </a:cubicBezTo>
                <a:lnTo>
                  <a:pt x="828675" y="3733250"/>
                </a:lnTo>
                <a:lnTo>
                  <a:pt x="739677" y="3652363"/>
                </a:lnTo>
                <a:cubicBezTo>
                  <a:pt x="282667" y="3195353"/>
                  <a:pt x="0" y="2563999"/>
                  <a:pt x="0" y="1866625"/>
                </a:cubicBezTo>
                <a:cubicBezTo>
                  <a:pt x="0" y="1169251"/>
                  <a:pt x="282667" y="537898"/>
                  <a:pt x="739677" y="80888"/>
                </a:cubicBezTo>
                <a:close/>
              </a:path>
            </a:pathLst>
          </a:custGeom>
          <a:solidFill>
            <a:srgbClr val="464BFF"/>
          </a:solidFill>
          <a:ln w="19050" cap="flat" cmpd="sng">
            <a:solidFill>
              <a:srgbClr val="60D3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182875" tIns="2743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52"/>
          <p:cNvSpPr txBox="1"/>
          <p:nvPr/>
        </p:nvSpPr>
        <p:spPr>
          <a:xfrm>
            <a:off x="2796075" y="1277213"/>
            <a:ext cx="3393600" cy="5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Datadog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52"/>
          <p:cNvSpPr txBox="1"/>
          <p:nvPr/>
        </p:nvSpPr>
        <p:spPr>
          <a:xfrm>
            <a:off x="6128000" y="1277201"/>
            <a:ext cx="3393600" cy="5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[Prospect]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2"/>
          <p:cNvSpPr txBox="1"/>
          <p:nvPr/>
        </p:nvSpPr>
        <p:spPr>
          <a:xfrm>
            <a:off x="5267325" y="3093836"/>
            <a:ext cx="1657500" cy="13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PoC Success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52"/>
          <p:cNvSpPr txBox="1"/>
          <p:nvPr/>
        </p:nvSpPr>
        <p:spPr>
          <a:xfrm>
            <a:off x="2134825" y="2462400"/>
            <a:ext cx="2776500" cy="21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"/>
              <a:buChar char="●"/>
            </a:pPr>
            <a:r>
              <a:rPr lang="en-US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Provide technical consultation in line with the agreed MAP 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"/>
              <a:buChar char="●"/>
            </a:pPr>
            <a:r>
              <a:rPr lang="en-US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Setup cadence meetings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"/>
              <a:buChar char="●"/>
            </a:pPr>
            <a:r>
              <a:rPr lang="en-US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Follow up (frequency as agreed)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52"/>
          <p:cNvSpPr txBox="1"/>
          <p:nvPr/>
        </p:nvSpPr>
        <p:spPr>
          <a:xfrm>
            <a:off x="7198450" y="2462400"/>
            <a:ext cx="2776500" cy="21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"/>
              <a:buChar char="●"/>
            </a:pPr>
            <a:r>
              <a:rPr lang="en-US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Assign responsible contacts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"/>
              <a:buChar char="●"/>
            </a:pPr>
            <a:r>
              <a:rPr lang="en-US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Join in cadence meetings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"/>
              <a:buChar char="●"/>
            </a:pPr>
            <a:r>
              <a:rPr lang="en-US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Execute the agreed MAP with the right access to deploy the Datadog Agent and req. config.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52"/>
          <p:cNvSpPr/>
          <p:nvPr/>
        </p:nvSpPr>
        <p:spPr>
          <a:xfrm>
            <a:off x="154850" y="2632575"/>
            <a:ext cx="1515600" cy="1548600"/>
          </a:xfrm>
          <a:prstGeom prst="wedgeRectCallout">
            <a:avLst>
              <a:gd name="adj1" fmla="val 62588"/>
              <a:gd name="adj2" fmla="val 31473"/>
            </a:avLst>
          </a:prstGeom>
          <a:solidFill>
            <a:srgbClr val="FF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Notes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52"/>
          <p:cNvSpPr/>
          <p:nvPr/>
        </p:nvSpPr>
        <p:spPr>
          <a:xfrm>
            <a:off x="10572750" y="3314700"/>
            <a:ext cx="1515600" cy="1548600"/>
          </a:xfrm>
          <a:prstGeom prst="wedgeRectCallout">
            <a:avLst>
              <a:gd name="adj1" fmla="val -65934"/>
              <a:gd name="adj2" fmla="val 6666"/>
            </a:avLst>
          </a:prstGeom>
          <a:solidFill>
            <a:srgbClr val="FF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Notes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3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49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</a:pPr>
            <a:r>
              <a:rPr lang="en-US"/>
              <a:t>Establish roles &amp; responsibilities</a:t>
            </a:r>
            <a:endParaRPr/>
          </a:p>
        </p:txBody>
      </p:sp>
      <p:sp>
        <p:nvSpPr>
          <p:cNvPr id="390" name="Google Shape;390;p53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391" name="Google Shape;391;p53"/>
          <p:cNvSpPr/>
          <p:nvPr/>
        </p:nvSpPr>
        <p:spPr>
          <a:xfrm>
            <a:off x="6200775" y="1440894"/>
            <a:ext cx="5286300" cy="4836000"/>
          </a:xfrm>
          <a:prstGeom prst="round2SameRect">
            <a:avLst>
              <a:gd name="adj1" fmla="val 0"/>
              <a:gd name="adj2" fmla="val 1963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182875" tIns="274300" rIns="91425" bIns="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[Champion Name]</a:t>
            </a:r>
            <a:endParaRPr sz="18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VP of Engineering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[phone number]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[email]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[DevOps Engineer Name]</a:t>
            </a:r>
            <a:endParaRPr sz="18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[DevOps Engineer Title]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[phone number]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[email]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[SRE Name]</a:t>
            </a:r>
            <a:endParaRPr sz="18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[SRE Title]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[phone number]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[email]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53"/>
          <p:cNvSpPr/>
          <p:nvPr/>
        </p:nvSpPr>
        <p:spPr>
          <a:xfrm>
            <a:off x="6202521" y="1440894"/>
            <a:ext cx="5284500" cy="91500"/>
          </a:xfrm>
          <a:prstGeom prst="rect">
            <a:avLst/>
          </a:prstGeom>
          <a:gradFill>
            <a:gsLst>
              <a:gs pos="0">
                <a:schemeClr val="accent2"/>
              </a:gs>
              <a:gs pos="30000">
                <a:schemeClr val="accent2"/>
              </a:gs>
              <a:gs pos="90000">
                <a:schemeClr val="accent4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53"/>
          <p:cNvSpPr/>
          <p:nvPr/>
        </p:nvSpPr>
        <p:spPr>
          <a:xfrm>
            <a:off x="709612" y="1440894"/>
            <a:ext cx="5286300" cy="4836000"/>
          </a:xfrm>
          <a:prstGeom prst="round2SameRect">
            <a:avLst>
              <a:gd name="adj1" fmla="val 0"/>
              <a:gd name="adj2" fmla="val 1911"/>
            </a:avLst>
          </a:prstGeom>
          <a:solidFill>
            <a:schemeClr val="lt1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182875" tIns="274300" rIns="91425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[AE Name]</a:t>
            </a:r>
            <a:endParaRPr sz="18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Enterprise Account Executive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[phone number]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[email]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18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[Sales Engineer Name]</a:t>
            </a:r>
            <a:endParaRPr sz="18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[Senior Sales Engineer Title]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[Phone number]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[email]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53"/>
          <p:cNvSpPr/>
          <p:nvPr/>
        </p:nvSpPr>
        <p:spPr>
          <a:xfrm>
            <a:off x="711358" y="1440894"/>
            <a:ext cx="5284500" cy="91500"/>
          </a:xfrm>
          <a:prstGeom prst="rect">
            <a:avLst/>
          </a:prstGeom>
          <a:gradFill>
            <a:gsLst>
              <a:gs pos="0">
                <a:srgbClr val="5C00EF"/>
              </a:gs>
              <a:gs pos="30000">
                <a:srgbClr val="5C00EF"/>
              </a:gs>
              <a:gs pos="90000">
                <a:srgbClr val="9C43FE"/>
              </a:gs>
              <a:gs pos="100000">
                <a:srgbClr val="9C43FE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3"/>
          <p:cNvSpPr txBox="1"/>
          <p:nvPr/>
        </p:nvSpPr>
        <p:spPr>
          <a:xfrm>
            <a:off x="685798" y="990600"/>
            <a:ext cx="10782300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53"/>
          <p:cNvSpPr txBox="1"/>
          <p:nvPr/>
        </p:nvSpPr>
        <p:spPr>
          <a:xfrm>
            <a:off x="685798" y="990600"/>
            <a:ext cx="10782300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None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Contacts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53"/>
          <p:cNvSpPr/>
          <p:nvPr/>
        </p:nvSpPr>
        <p:spPr>
          <a:xfrm rot="-5400000">
            <a:off x="4589165" y="1718133"/>
            <a:ext cx="1356300" cy="1223100"/>
          </a:xfrm>
          <a:prstGeom prst="hexagon">
            <a:avLst>
              <a:gd name="adj" fmla="val 25000"/>
              <a:gd name="vf" fmla="val 115470"/>
            </a:avLst>
          </a:prstGeom>
          <a:gradFill>
            <a:gsLst>
              <a:gs pos="0">
                <a:srgbClr val="5C00EF"/>
              </a:gs>
              <a:gs pos="30000">
                <a:srgbClr val="5C00EF"/>
              </a:gs>
              <a:gs pos="90000">
                <a:srgbClr val="9C43FE"/>
              </a:gs>
              <a:gs pos="100000">
                <a:srgbClr val="9C43FE"/>
              </a:gs>
            </a:gsLst>
            <a:lin ang="2700006" scaled="0"/>
          </a:gradFill>
          <a:ln w="63500" cap="rnd" cmpd="sng">
            <a:solidFill>
              <a:srgbClr val="CC99FE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000">
              <a:solidFill>
                <a:srgbClr val="FFFFFF"/>
              </a:solidFill>
            </a:endParaRPr>
          </a:p>
        </p:txBody>
      </p:sp>
      <p:sp>
        <p:nvSpPr>
          <p:cNvPr id="398" name="Google Shape;398;p53"/>
          <p:cNvSpPr/>
          <p:nvPr/>
        </p:nvSpPr>
        <p:spPr>
          <a:xfrm>
            <a:off x="5024591" y="2029377"/>
            <a:ext cx="529693" cy="600611"/>
          </a:xfrm>
          <a:custGeom>
            <a:avLst/>
            <a:gdLst/>
            <a:ahLst/>
            <a:cxnLst/>
            <a:rect l="l" t="t" r="r" b="b"/>
            <a:pathLst>
              <a:path w="1183671" h="1342148" extrusionOk="0">
                <a:moveTo>
                  <a:pt x="1145191" y="674911"/>
                </a:moveTo>
                <a:lnTo>
                  <a:pt x="768382" y="743206"/>
                </a:lnTo>
                <a:cubicBezTo>
                  <a:pt x="759047" y="755207"/>
                  <a:pt x="735997" y="776352"/>
                  <a:pt x="724853" y="781877"/>
                </a:cubicBezTo>
                <a:cubicBezTo>
                  <a:pt x="677228" y="805880"/>
                  <a:pt x="645128" y="798927"/>
                  <a:pt x="617315" y="791688"/>
                </a:cubicBezTo>
                <a:cubicBezTo>
                  <a:pt x="599408" y="787116"/>
                  <a:pt x="589121" y="784639"/>
                  <a:pt x="574262" y="777972"/>
                </a:cubicBezTo>
                <a:lnTo>
                  <a:pt x="482251" y="790545"/>
                </a:lnTo>
                <a:lnTo>
                  <a:pt x="538067" y="1256412"/>
                </a:lnTo>
                <a:lnTo>
                  <a:pt x="1183672" y="1140112"/>
                </a:lnTo>
                <a:lnTo>
                  <a:pt x="1145286" y="675006"/>
                </a:lnTo>
                <a:close/>
                <a:moveTo>
                  <a:pt x="570643" y="1212026"/>
                </a:moveTo>
                <a:lnTo>
                  <a:pt x="565214" y="1161353"/>
                </a:lnTo>
                <a:lnTo>
                  <a:pt x="670655" y="1000476"/>
                </a:lnTo>
                <a:lnTo>
                  <a:pt x="790385" y="1035432"/>
                </a:lnTo>
                <a:lnTo>
                  <a:pt x="893350" y="863506"/>
                </a:lnTo>
                <a:lnTo>
                  <a:pt x="1016794" y="944945"/>
                </a:lnTo>
                <a:lnTo>
                  <a:pt x="1110520" y="748254"/>
                </a:lnTo>
                <a:lnTo>
                  <a:pt x="1143857" y="1106394"/>
                </a:lnTo>
                <a:lnTo>
                  <a:pt x="570643" y="1211931"/>
                </a:lnTo>
                <a:close/>
                <a:moveTo>
                  <a:pt x="543592" y="754445"/>
                </a:moveTo>
                <a:cubicBezTo>
                  <a:pt x="497015" y="724536"/>
                  <a:pt x="448913" y="681674"/>
                  <a:pt x="427863" y="658052"/>
                </a:cubicBezTo>
                <a:cubicBezTo>
                  <a:pt x="424339" y="655385"/>
                  <a:pt x="424910" y="643574"/>
                  <a:pt x="424910" y="643574"/>
                </a:cubicBezTo>
                <a:cubicBezTo>
                  <a:pt x="443865" y="658338"/>
                  <a:pt x="522732" y="714631"/>
                  <a:pt x="606076" y="740348"/>
                </a:cubicBezTo>
                <a:cubicBezTo>
                  <a:pt x="635413" y="749397"/>
                  <a:pt x="680561" y="752826"/>
                  <a:pt x="719709" y="730632"/>
                </a:cubicBezTo>
                <a:cubicBezTo>
                  <a:pt x="749618" y="713678"/>
                  <a:pt x="785622" y="684150"/>
                  <a:pt x="807053" y="653670"/>
                </a:cubicBezTo>
                <a:lnTo>
                  <a:pt x="810959" y="660528"/>
                </a:lnTo>
                <a:cubicBezTo>
                  <a:pt x="810863" y="665100"/>
                  <a:pt x="800957" y="687103"/>
                  <a:pt x="795909" y="695961"/>
                </a:cubicBezTo>
                <a:cubicBezTo>
                  <a:pt x="804958" y="701200"/>
                  <a:pt x="811816" y="702629"/>
                  <a:pt x="821912" y="705391"/>
                </a:cubicBezTo>
                <a:lnTo>
                  <a:pt x="890873" y="694628"/>
                </a:lnTo>
                <a:cubicBezTo>
                  <a:pt x="915638" y="654623"/>
                  <a:pt x="933355" y="590139"/>
                  <a:pt x="914495" y="528702"/>
                </a:cubicBezTo>
                <a:cubicBezTo>
                  <a:pt x="903637" y="493460"/>
                  <a:pt x="847344" y="423356"/>
                  <a:pt x="843344" y="419451"/>
                </a:cubicBezTo>
                <a:cubicBezTo>
                  <a:pt x="829151" y="405830"/>
                  <a:pt x="845725" y="353347"/>
                  <a:pt x="817626" y="296007"/>
                </a:cubicBezTo>
                <a:cubicBezTo>
                  <a:pt x="788003" y="235428"/>
                  <a:pt x="710756" y="172182"/>
                  <a:pt x="677228" y="144654"/>
                </a:cubicBezTo>
                <a:cubicBezTo>
                  <a:pt x="687134" y="151893"/>
                  <a:pt x="747998" y="176373"/>
                  <a:pt x="776383" y="210663"/>
                </a:cubicBezTo>
                <a:cubicBezTo>
                  <a:pt x="779050" y="207138"/>
                  <a:pt x="780098" y="188755"/>
                  <a:pt x="782574" y="184088"/>
                </a:cubicBezTo>
                <a:cubicBezTo>
                  <a:pt x="758190" y="152179"/>
                  <a:pt x="756285" y="95410"/>
                  <a:pt x="756285" y="80265"/>
                </a:cubicBezTo>
                <a:cubicBezTo>
                  <a:pt x="756285" y="52452"/>
                  <a:pt x="742093" y="20925"/>
                  <a:pt x="742093" y="20925"/>
                </a:cubicBezTo>
                <a:cubicBezTo>
                  <a:pt x="742093" y="20925"/>
                  <a:pt x="766477" y="40165"/>
                  <a:pt x="772763" y="73407"/>
                </a:cubicBezTo>
                <a:cubicBezTo>
                  <a:pt x="780193" y="112746"/>
                  <a:pt x="796100" y="143797"/>
                  <a:pt x="817055" y="169991"/>
                </a:cubicBezTo>
                <a:cubicBezTo>
                  <a:pt x="856774" y="219426"/>
                  <a:pt x="892588" y="244857"/>
                  <a:pt x="910781" y="226569"/>
                </a:cubicBezTo>
                <a:cubicBezTo>
                  <a:pt x="932498" y="204567"/>
                  <a:pt x="888778" y="106364"/>
                  <a:pt x="832961" y="51595"/>
                </a:cubicBezTo>
                <a:cubicBezTo>
                  <a:pt x="767906" y="-12318"/>
                  <a:pt x="750856" y="-4126"/>
                  <a:pt x="712661" y="9590"/>
                </a:cubicBezTo>
                <a:cubicBezTo>
                  <a:pt x="682181" y="20448"/>
                  <a:pt x="665702" y="107031"/>
                  <a:pt x="586264" y="105316"/>
                </a:cubicBezTo>
                <a:cubicBezTo>
                  <a:pt x="572834" y="103792"/>
                  <a:pt x="538163" y="102840"/>
                  <a:pt x="521018" y="103030"/>
                </a:cubicBezTo>
                <a:cubicBezTo>
                  <a:pt x="529971" y="90552"/>
                  <a:pt x="537591" y="80932"/>
                  <a:pt x="537591" y="80932"/>
                </a:cubicBezTo>
                <a:cubicBezTo>
                  <a:pt x="537591" y="80932"/>
                  <a:pt x="510921" y="91600"/>
                  <a:pt x="488252" y="105221"/>
                </a:cubicBezTo>
                <a:lnTo>
                  <a:pt x="486442" y="102554"/>
                </a:lnTo>
                <a:cubicBezTo>
                  <a:pt x="494062" y="86361"/>
                  <a:pt x="502348" y="76170"/>
                  <a:pt x="502348" y="76170"/>
                </a:cubicBezTo>
                <a:cubicBezTo>
                  <a:pt x="502348" y="76170"/>
                  <a:pt x="481013" y="88933"/>
                  <a:pt x="461582" y="104268"/>
                </a:cubicBezTo>
                <a:cubicBezTo>
                  <a:pt x="465106" y="85028"/>
                  <a:pt x="478536" y="72741"/>
                  <a:pt x="478536" y="72741"/>
                </a:cubicBezTo>
                <a:cubicBezTo>
                  <a:pt x="478536" y="72741"/>
                  <a:pt x="451676" y="77598"/>
                  <a:pt x="417290" y="115317"/>
                </a:cubicBezTo>
                <a:cubicBezTo>
                  <a:pt x="378333" y="125985"/>
                  <a:pt x="368903" y="132939"/>
                  <a:pt x="337947" y="146655"/>
                </a:cubicBezTo>
                <a:cubicBezTo>
                  <a:pt x="287465" y="135606"/>
                  <a:pt x="263652" y="117889"/>
                  <a:pt x="240982" y="85123"/>
                </a:cubicBezTo>
                <a:cubicBezTo>
                  <a:pt x="223647" y="60168"/>
                  <a:pt x="192977" y="56358"/>
                  <a:pt x="161449" y="69216"/>
                </a:cubicBezTo>
                <a:cubicBezTo>
                  <a:pt x="115633" y="88171"/>
                  <a:pt x="57722" y="114174"/>
                  <a:pt x="57722" y="114174"/>
                </a:cubicBezTo>
                <a:cubicBezTo>
                  <a:pt x="57722" y="114174"/>
                  <a:pt x="76581" y="113508"/>
                  <a:pt x="96298" y="114365"/>
                </a:cubicBezTo>
                <a:cubicBezTo>
                  <a:pt x="69342" y="124557"/>
                  <a:pt x="43434" y="138654"/>
                  <a:pt x="43434" y="138654"/>
                </a:cubicBezTo>
                <a:cubicBezTo>
                  <a:pt x="43434" y="138654"/>
                  <a:pt x="56007" y="138177"/>
                  <a:pt x="71628" y="138463"/>
                </a:cubicBezTo>
                <a:cubicBezTo>
                  <a:pt x="60865" y="147417"/>
                  <a:pt x="54959" y="151703"/>
                  <a:pt x="44672" y="158466"/>
                </a:cubicBezTo>
                <a:cubicBezTo>
                  <a:pt x="20002" y="176373"/>
                  <a:pt x="0" y="197042"/>
                  <a:pt x="0" y="197042"/>
                </a:cubicBezTo>
                <a:cubicBezTo>
                  <a:pt x="0" y="197042"/>
                  <a:pt x="16764" y="189422"/>
                  <a:pt x="31718" y="185136"/>
                </a:cubicBezTo>
                <a:cubicBezTo>
                  <a:pt x="21241" y="209234"/>
                  <a:pt x="381" y="226950"/>
                  <a:pt x="4191" y="256383"/>
                </a:cubicBezTo>
                <a:cubicBezTo>
                  <a:pt x="7906" y="283338"/>
                  <a:pt x="40862" y="338774"/>
                  <a:pt x="83534" y="372778"/>
                </a:cubicBezTo>
                <a:cubicBezTo>
                  <a:pt x="87249" y="375731"/>
                  <a:pt x="145447" y="429642"/>
                  <a:pt x="189452" y="407449"/>
                </a:cubicBezTo>
                <a:cubicBezTo>
                  <a:pt x="233363" y="385351"/>
                  <a:pt x="250698" y="365634"/>
                  <a:pt x="257937" y="335440"/>
                </a:cubicBezTo>
                <a:cubicBezTo>
                  <a:pt x="266414" y="300769"/>
                  <a:pt x="261556" y="274575"/>
                  <a:pt x="243459" y="199233"/>
                </a:cubicBezTo>
                <a:cubicBezTo>
                  <a:pt x="237458" y="174372"/>
                  <a:pt x="221932" y="123223"/>
                  <a:pt x="214408" y="98744"/>
                </a:cubicBezTo>
                <a:lnTo>
                  <a:pt x="216122" y="97506"/>
                </a:lnTo>
                <a:cubicBezTo>
                  <a:pt x="230505" y="127795"/>
                  <a:pt x="267272" y="207710"/>
                  <a:pt x="282035" y="261431"/>
                </a:cubicBezTo>
                <a:cubicBezTo>
                  <a:pt x="305181" y="345156"/>
                  <a:pt x="297942" y="387637"/>
                  <a:pt x="287369" y="403163"/>
                </a:cubicBezTo>
                <a:cubicBezTo>
                  <a:pt x="255461" y="450121"/>
                  <a:pt x="173736" y="456312"/>
                  <a:pt x="136493" y="430309"/>
                </a:cubicBezTo>
                <a:cubicBezTo>
                  <a:pt x="130778" y="520416"/>
                  <a:pt x="150971" y="560135"/>
                  <a:pt x="157734" y="580137"/>
                </a:cubicBezTo>
                <a:cubicBezTo>
                  <a:pt x="154305" y="603093"/>
                  <a:pt x="169259" y="645765"/>
                  <a:pt x="169259" y="645765"/>
                </a:cubicBezTo>
                <a:cubicBezTo>
                  <a:pt x="169259" y="645765"/>
                  <a:pt x="170974" y="626334"/>
                  <a:pt x="177736" y="616142"/>
                </a:cubicBezTo>
                <a:cubicBezTo>
                  <a:pt x="179546" y="638907"/>
                  <a:pt x="191072" y="666053"/>
                  <a:pt x="191072" y="666053"/>
                </a:cubicBezTo>
                <a:cubicBezTo>
                  <a:pt x="191072" y="666053"/>
                  <a:pt x="190405" y="649289"/>
                  <a:pt x="195644" y="634906"/>
                </a:cubicBezTo>
                <a:cubicBezTo>
                  <a:pt x="202978" y="647384"/>
                  <a:pt x="208407" y="650337"/>
                  <a:pt x="215360" y="659766"/>
                </a:cubicBezTo>
                <a:cubicBezTo>
                  <a:pt x="222314" y="684150"/>
                  <a:pt x="236315" y="701962"/>
                  <a:pt x="236315" y="701962"/>
                </a:cubicBezTo>
                <a:cubicBezTo>
                  <a:pt x="236315" y="701962"/>
                  <a:pt x="234029" y="688913"/>
                  <a:pt x="235268" y="675292"/>
                </a:cubicBezTo>
                <a:cubicBezTo>
                  <a:pt x="269367" y="708058"/>
                  <a:pt x="275273" y="755874"/>
                  <a:pt x="278606" y="792545"/>
                </a:cubicBezTo>
                <a:cubicBezTo>
                  <a:pt x="288131" y="893605"/>
                  <a:pt x="119348" y="973806"/>
                  <a:pt x="86677" y="1036956"/>
                </a:cubicBezTo>
                <a:cubicBezTo>
                  <a:pt x="61913" y="1074390"/>
                  <a:pt x="47054" y="1133540"/>
                  <a:pt x="89059" y="1168497"/>
                </a:cubicBezTo>
                <a:cubicBezTo>
                  <a:pt x="190595" y="1252793"/>
                  <a:pt x="151543" y="1275939"/>
                  <a:pt x="202406" y="1312991"/>
                </a:cubicBezTo>
                <a:cubicBezTo>
                  <a:pt x="272129" y="1363759"/>
                  <a:pt x="359283" y="1340994"/>
                  <a:pt x="389001" y="1299751"/>
                </a:cubicBezTo>
                <a:cubicBezTo>
                  <a:pt x="430340" y="1242125"/>
                  <a:pt x="419672" y="1187832"/>
                  <a:pt x="404336" y="1137064"/>
                </a:cubicBezTo>
                <a:cubicBezTo>
                  <a:pt x="392335" y="1097345"/>
                  <a:pt x="359759" y="1031337"/>
                  <a:pt x="319373" y="1005810"/>
                </a:cubicBezTo>
                <a:cubicBezTo>
                  <a:pt x="278225" y="979711"/>
                  <a:pt x="238125" y="974853"/>
                  <a:pt x="204121" y="978282"/>
                </a:cubicBezTo>
                <a:lnTo>
                  <a:pt x="207264" y="974663"/>
                </a:lnTo>
                <a:cubicBezTo>
                  <a:pt x="256127" y="964948"/>
                  <a:pt x="307181" y="970281"/>
                  <a:pt x="344138" y="994094"/>
                </a:cubicBezTo>
                <a:cubicBezTo>
                  <a:pt x="386048" y="1021050"/>
                  <a:pt x="424434" y="1067341"/>
                  <a:pt x="444532" y="1138207"/>
                </a:cubicBezTo>
                <a:cubicBezTo>
                  <a:pt x="467297" y="1134969"/>
                  <a:pt x="470535" y="1133445"/>
                  <a:pt x="491300" y="1130492"/>
                </a:cubicBezTo>
                <a:lnTo>
                  <a:pt x="444436" y="765399"/>
                </a:lnTo>
                <a:lnTo>
                  <a:pt x="543687" y="754445"/>
                </a:lnTo>
                <a:close/>
                <a:moveTo>
                  <a:pt x="778955" y="297340"/>
                </a:moveTo>
                <a:cubicBezTo>
                  <a:pt x="822103" y="317438"/>
                  <a:pt x="816483" y="355633"/>
                  <a:pt x="817721" y="378112"/>
                </a:cubicBezTo>
                <a:cubicBezTo>
                  <a:pt x="818102" y="384589"/>
                  <a:pt x="817912" y="388875"/>
                  <a:pt x="817436" y="391923"/>
                </a:cubicBezTo>
                <a:cubicBezTo>
                  <a:pt x="811435" y="388685"/>
                  <a:pt x="802005" y="386304"/>
                  <a:pt x="787051" y="386970"/>
                </a:cubicBezTo>
                <a:cubicBezTo>
                  <a:pt x="782669" y="387161"/>
                  <a:pt x="778383" y="387637"/>
                  <a:pt x="774287" y="388304"/>
                </a:cubicBezTo>
                <a:cubicBezTo>
                  <a:pt x="758381" y="379731"/>
                  <a:pt x="748856" y="363063"/>
                  <a:pt x="740093" y="345346"/>
                </a:cubicBezTo>
                <a:cubicBezTo>
                  <a:pt x="739331" y="343727"/>
                  <a:pt x="738664" y="342203"/>
                  <a:pt x="738092" y="340774"/>
                </a:cubicBezTo>
                <a:cubicBezTo>
                  <a:pt x="737807" y="340107"/>
                  <a:pt x="737521" y="339441"/>
                  <a:pt x="737330" y="338774"/>
                </a:cubicBezTo>
                <a:cubicBezTo>
                  <a:pt x="737235" y="338488"/>
                  <a:pt x="737140" y="338202"/>
                  <a:pt x="737045" y="337917"/>
                </a:cubicBezTo>
                <a:cubicBezTo>
                  <a:pt x="732282" y="322772"/>
                  <a:pt x="735425" y="319724"/>
                  <a:pt x="737521" y="315057"/>
                </a:cubicBezTo>
                <a:cubicBezTo>
                  <a:pt x="739616" y="310294"/>
                  <a:pt x="747427" y="306294"/>
                  <a:pt x="735902" y="302388"/>
                </a:cubicBezTo>
                <a:cubicBezTo>
                  <a:pt x="734949" y="302007"/>
                  <a:pt x="733711" y="301817"/>
                  <a:pt x="732282" y="301531"/>
                </a:cubicBezTo>
                <a:cubicBezTo>
                  <a:pt x="739902" y="292101"/>
                  <a:pt x="762762" y="289720"/>
                  <a:pt x="779050" y="297340"/>
                </a:cubicBezTo>
                <a:moveTo>
                  <a:pt x="725710" y="548038"/>
                </a:moveTo>
                <a:cubicBezTo>
                  <a:pt x="734092" y="541561"/>
                  <a:pt x="772382" y="529179"/>
                  <a:pt x="807815" y="524988"/>
                </a:cubicBezTo>
                <a:cubicBezTo>
                  <a:pt x="826389" y="522797"/>
                  <a:pt x="852869" y="521559"/>
                  <a:pt x="858584" y="524702"/>
                </a:cubicBezTo>
                <a:cubicBezTo>
                  <a:pt x="869823" y="530893"/>
                  <a:pt x="869823" y="550134"/>
                  <a:pt x="862108" y="567850"/>
                </a:cubicBezTo>
                <a:cubicBezTo>
                  <a:pt x="850964" y="593663"/>
                  <a:pt x="835057" y="622047"/>
                  <a:pt x="817150" y="624429"/>
                </a:cubicBezTo>
                <a:cubicBezTo>
                  <a:pt x="787908" y="628239"/>
                  <a:pt x="760190" y="612427"/>
                  <a:pt x="728663" y="588900"/>
                </a:cubicBezTo>
                <a:cubicBezTo>
                  <a:pt x="717423" y="580518"/>
                  <a:pt x="710470" y="559944"/>
                  <a:pt x="725710" y="548133"/>
                </a:cubicBezTo>
                <a:moveTo>
                  <a:pt x="448532" y="352680"/>
                </a:moveTo>
                <a:cubicBezTo>
                  <a:pt x="494919" y="321057"/>
                  <a:pt x="554736" y="333535"/>
                  <a:pt x="544735" y="342965"/>
                </a:cubicBezTo>
                <a:cubicBezTo>
                  <a:pt x="525685" y="361062"/>
                  <a:pt x="551021" y="355728"/>
                  <a:pt x="553784" y="389256"/>
                </a:cubicBezTo>
                <a:cubicBezTo>
                  <a:pt x="555784" y="413926"/>
                  <a:pt x="547688" y="427547"/>
                  <a:pt x="540830" y="435262"/>
                </a:cubicBezTo>
                <a:cubicBezTo>
                  <a:pt x="526352" y="437167"/>
                  <a:pt x="508730" y="440691"/>
                  <a:pt x="487585" y="447549"/>
                </a:cubicBezTo>
                <a:cubicBezTo>
                  <a:pt x="475012" y="451645"/>
                  <a:pt x="464153" y="456122"/>
                  <a:pt x="454533" y="460694"/>
                </a:cubicBezTo>
                <a:cubicBezTo>
                  <a:pt x="452057" y="459075"/>
                  <a:pt x="449294" y="457074"/>
                  <a:pt x="446056" y="454217"/>
                </a:cubicBezTo>
                <a:cubicBezTo>
                  <a:pt x="413290" y="425832"/>
                  <a:pt x="414433" y="375826"/>
                  <a:pt x="448628" y="35249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53"/>
          <p:cNvSpPr/>
          <p:nvPr/>
        </p:nvSpPr>
        <p:spPr>
          <a:xfrm rot="-5400000">
            <a:off x="10091441" y="1718132"/>
            <a:ext cx="1356300" cy="1223100"/>
          </a:xfrm>
          <a:prstGeom prst="hexagon">
            <a:avLst>
              <a:gd name="adj" fmla="val 25000"/>
              <a:gd name="vf" fmla="val 115470"/>
            </a:avLst>
          </a:prstGeom>
          <a:gradFill>
            <a:gsLst>
              <a:gs pos="0">
                <a:srgbClr val="00B765"/>
              </a:gs>
              <a:gs pos="30000">
                <a:srgbClr val="00B765"/>
              </a:gs>
              <a:gs pos="90000">
                <a:schemeClr val="accent4"/>
              </a:gs>
              <a:gs pos="100000">
                <a:schemeClr val="accent4"/>
              </a:gs>
            </a:gsLst>
            <a:lin ang="2698631" scaled="0"/>
          </a:gradFill>
          <a:ln w="63500" cap="rnd" cmpd="sng">
            <a:solidFill>
              <a:srgbClr val="57E8B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53"/>
          <p:cNvSpPr/>
          <p:nvPr/>
        </p:nvSpPr>
        <p:spPr>
          <a:xfrm>
            <a:off x="10504774" y="2058794"/>
            <a:ext cx="529589" cy="503111"/>
          </a:xfrm>
          <a:custGeom>
            <a:avLst/>
            <a:gdLst/>
            <a:ahLst/>
            <a:cxnLst/>
            <a:rect l="l" t="t" r="r" b="b"/>
            <a:pathLst>
              <a:path w="761999" h="723900" extrusionOk="0">
                <a:moveTo>
                  <a:pt x="190500" y="381000"/>
                </a:moveTo>
                <a:cubicBezTo>
                  <a:pt x="106680" y="381000"/>
                  <a:pt x="38100" y="449580"/>
                  <a:pt x="38100" y="533400"/>
                </a:cubicBezTo>
                <a:lnTo>
                  <a:pt x="38100" y="685800"/>
                </a:lnTo>
                <a:lnTo>
                  <a:pt x="342900" y="685800"/>
                </a:lnTo>
                <a:lnTo>
                  <a:pt x="342900" y="533400"/>
                </a:lnTo>
                <a:cubicBezTo>
                  <a:pt x="342900" y="449580"/>
                  <a:pt x="274320" y="381000"/>
                  <a:pt x="190500" y="381000"/>
                </a:cubicBezTo>
                <a:close/>
                <a:moveTo>
                  <a:pt x="571499" y="342900"/>
                </a:moveTo>
                <a:cubicBezTo>
                  <a:pt x="676750" y="342900"/>
                  <a:pt x="761999" y="428149"/>
                  <a:pt x="761999" y="533400"/>
                </a:cubicBezTo>
                <a:lnTo>
                  <a:pt x="761999" y="723900"/>
                </a:lnTo>
                <a:lnTo>
                  <a:pt x="457199" y="723900"/>
                </a:lnTo>
                <a:lnTo>
                  <a:pt x="457199" y="685800"/>
                </a:lnTo>
                <a:lnTo>
                  <a:pt x="723899" y="685800"/>
                </a:lnTo>
                <a:lnTo>
                  <a:pt x="723899" y="533400"/>
                </a:lnTo>
                <a:cubicBezTo>
                  <a:pt x="723899" y="449580"/>
                  <a:pt x="655319" y="381000"/>
                  <a:pt x="571499" y="381000"/>
                </a:cubicBezTo>
                <a:cubicBezTo>
                  <a:pt x="522922" y="381000"/>
                  <a:pt x="476725" y="404336"/>
                  <a:pt x="448150" y="443865"/>
                </a:cubicBezTo>
                <a:lnTo>
                  <a:pt x="417194" y="421481"/>
                </a:lnTo>
                <a:cubicBezTo>
                  <a:pt x="452913" y="372427"/>
                  <a:pt x="510539" y="342900"/>
                  <a:pt x="571499" y="342900"/>
                </a:cubicBezTo>
                <a:close/>
                <a:moveTo>
                  <a:pt x="190500" y="342900"/>
                </a:moveTo>
                <a:cubicBezTo>
                  <a:pt x="295751" y="342900"/>
                  <a:pt x="381000" y="428149"/>
                  <a:pt x="381000" y="533400"/>
                </a:cubicBezTo>
                <a:lnTo>
                  <a:pt x="381000" y="723900"/>
                </a:lnTo>
                <a:lnTo>
                  <a:pt x="0" y="723900"/>
                </a:lnTo>
                <a:lnTo>
                  <a:pt x="0" y="533400"/>
                </a:lnTo>
                <a:cubicBezTo>
                  <a:pt x="0" y="428149"/>
                  <a:pt x="85249" y="342900"/>
                  <a:pt x="190500" y="342900"/>
                </a:cubicBezTo>
                <a:close/>
                <a:moveTo>
                  <a:pt x="571500" y="38100"/>
                </a:moveTo>
                <a:cubicBezTo>
                  <a:pt x="513874" y="38100"/>
                  <a:pt x="466725" y="85249"/>
                  <a:pt x="466725" y="142875"/>
                </a:cubicBezTo>
                <a:cubicBezTo>
                  <a:pt x="466725" y="200501"/>
                  <a:pt x="513874" y="247650"/>
                  <a:pt x="571500" y="247650"/>
                </a:cubicBezTo>
                <a:cubicBezTo>
                  <a:pt x="629126" y="247650"/>
                  <a:pt x="676275" y="200501"/>
                  <a:pt x="676275" y="142875"/>
                </a:cubicBezTo>
                <a:cubicBezTo>
                  <a:pt x="676275" y="85249"/>
                  <a:pt x="629126" y="38100"/>
                  <a:pt x="571500" y="38100"/>
                </a:cubicBezTo>
                <a:close/>
                <a:moveTo>
                  <a:pt x="190500" y="38100"/>
                </a:moveTo>
                <a:cubicBezTo>
                  <a:pt x="132874" y="38100"/>
                  <a:pt x="85725" y="85249"/>
                  <a:pt x="85725" y="142875"/>
                </a:cubicBezTo>
                <a:cubicBezTo>
                  <a:pt x="85725" y="200501"/>
                  <a:pt x="132874" y="247650"/>
                  <a:pt x="190500" y="247650"/>
                </a:cubicBezTo>
                <a:cubicBezTo>
                  <a:pt x="248126" y="247650"/>
                  <a:pt x="295275" y="200501"/>
                  <a:pt x="295275" y="142875"/>
                </a:cubicBezTo>
                <a:cubicBezTo>
                  <a:pt x="295275" y="85249"/>
                  <a:pt x="248126" y="38100"/>
                  <a:pt x="190500" y="38100"/>
                </a:cubicBezTo>
                <a:close/>
                <a:moveTo>
                  <a:pt x="571500" y="0"/>
                </a:moveTo>
                <a:cubicBezTo>
                  <a:pt x="650081" y="0"/>
                  <a:pt x="714375" y="64294"/>
                  <a:pt x="714375" y="142875"/>
                </a:cubicBezTo>
                <a:cubicBezTo>
                  <a:pt x="714375" y="221456"/>
                  <a:pt x="650081" y="285750"/>
                  <a:pt x="571500" y="285750"/>
                </a:cubicBezTo>
                <a:cubicBezTo>
                  <a:pt x="492919" y="285750"/>
                  <a:pt x="428625" y="221456"/>
                  <a:pt x="428625" y="142875"/>
                </a:cubicBezTo>
                <a:cubicBezTo>
                  <a:pt x="428625" y="64294"/>
                  <a:pt x="492919" y="0"/>
                  <a:pt x="571500" y="0"/>
                </a:cubicBezTo>
                <a:close/>
                <a:moveTo>
                  <a:pt x="190500" y="0"/>
                </a:moveTo>
                <a:cubicBezTo>
                  <a:pt x="269081" y="0"/>
                  <a:pt x="333375" y="64294"/>
                  <a:pt x="333375" y="142875"/>
                </a:cubicBezTo>
                <a:cubicBezTo>
                  <a:pt x="333375" y="221456"/>
                  <a:pt x="269081" y="285750"/>
                  <a:pt x="190500" y="285750"/>
                </a:cubicBezTo>
                <a:cubicBezTo>
                  <a:pt x="111919" y="285750"/>
                  <a:pt x="47625" y="221456"/>
                  <a:pt x="47625" y="142875"/>
                </a:cubicBezTo>
                <a:cubicBezTo>
                  <a:pt x="47625" y="64294"/>
                  <a:pt x="111919" y="0"/>
                  <a:pt x="1905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4"/>
          <p:cNvSpPr txBox="1">
            <a:spLocks noGrp="1"/>
          </p:cNvSpPr>
          <p:nvPr>
            <p:ph type="sldNum" idx="12"/>
          </p:nvPr>
        </p:nvSpPr>
        <p:spPr>
          <a:xfrm>
            <a:off x="11847492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407" name="Google Shape;407;p54"/>
          <p:cNvSpPr txBox="1"/>
          <p:nvPr/>
        </p:nvSpPr>
        <p:spPr>
          <a:xfrm>
            <a:off x="695330" y="1427163"/>
            <a:ext cx="10794900" cy="40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</a:pPr>
            <a:r>
              <a:rPr lang="en-US" sz="8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 glimpse of the PoC kick-off</a:t>
            </a:r>
            <a:endParaRPr sz="8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5"/>
          <p:cNvSpPr txBox="1">
            <a:spLocks noGrp="1"/>
          </p:cNvSpPr>
          <p:nvPr>
            <p:ph type="title"/>
          </p:nvPr>
        </p:nvSpPr>
        <p:spPr>
          <a:xfrm>
            <a:off x="701247" y="351008"/>
            <a:ext cx="107895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>
                <a:solidFill>
                  <a:srgbClr val="FF0000"/>
                </a:solidFill>
              </a:rPr>
              <a:t>Step 1</a:t>
            </a:r>
            <a:r>
              <a:rPr lang="en-US"/>
              <a:t>: Set up one Datadog account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/>
          </a:p>
        </p:txBody>
      </p:sp>
      <p:sp>
        <p:nvSpPr>
          <p:cNvPr id="413" name="Google Shape;413;p55"/>
          <p:cNvSpPr txBox="1">
            <a:spLocks noGrp="1"/>
          </p:cNvSpPr>
          <p:nvPr>
            <p:ph type="sldNum" idx="12"/>
          </p:nvPr>
        </p:nvSpPr>
        <p:spPr>
          <a:xfrm>
            <a:off x="11840312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414" name="Google Shape;414;p55"/>
          <p:cNvSpPr/>
          <p:nvPr/>
        </p:nvSpPr>
        <p:spPr>
          <a:xfrm rot="10800000" flipH="1">
            <a:off x="8323532" y="1183400"/>
            <a:ext cx="3792900" cy="2481300"/>
          </a:xfrm>
          <a:prstGeom prst="roundRect">
            <a:avLst>
              <a:gd name="adj" fmla="val 2102"/>
            </a:avLst>
          </a:prstGeom>
          <a:solidFill>
            <a:srgbClr val="FFFFFF"/>
          </a:solidFill>
          <a:ln>
            <a:noFill/>
          </a:ln>
          <a:effectLst>
            <a:outerShdw blurRad="101600" dist="50800" dir="5400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p55"/>
          <p:cNvSpPr/>
          <p:nvPr/>
        </p:nvSpPr>
        <p:spPr>
          <a:xfrm>
            <a:off x="8322732" y="1183375"/>
            <a:ext cx="3789900" cy="390600"/>
          </a:xfrm>
          <a:prstGeom prst="round2SameRect">
            <a:avLst>
              <a:gd name="adj1" fmla="val 15635"/>
              <a:gd name="adj2" fmla="val 0"/>
            </a:avLst>
          </a:prstGeom>
          <a:gradFill>
            <a:gsLst>
              <a:gs pos="0">
                <a:srgbClr val="4F00FF"/>
              </a:gs>
              <a:gs pos="100000">
                <a:srgbClr val="FF0078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16" name="Google Shape;416;p55"/>
          <p:cNvGraphicFramePr/>
          <p:nvPr/>
        </p:nvGraphicFramePr>
        <p:xfrm>
          <a:off x="8322595" y="1278450"/>
          <a:ext cx="3789950" cy="23952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2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3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 Center</a:t>
                      </a:r>
                      <a:endParaRPr sz="1000" b="1" i="0" u="none" strike="noStrike" cap="non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Roboto"/>
                        <a:buNone/>
                      </a:pPr>
                      <a:r>
                        <a:rPr lang="en-US" sz="1000" b="1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URL</a:t>
                      </a:r>
                      <a:endParaRPr sz="1000" b="1" i="0" u="none" strike="noStrike" cap="non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Cloud </a:t>
                      </a:r>
                      <a:endParaRPr sz="1000" b="1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None/>
                      </a:pPr>
                      <a:r>
                        <a:rPr lang="en-US" sz="10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United States (US1-East)</a:t>
                      </a:r>
                      <a:br>
                        <a:rPr lang="en-US" sz="1000" b="1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-US" sz="1000" b="1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RECOMMENDED</a:t>
                      </a:r>
                      <a:endParaRPr sz="1000" b="1" i="0" u="none" strike="noStrike" cap="none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371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https://app.datadoghq.com/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AWS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None/>
                      </a:pPr>
                      <a:r>
                        <a:rPr lang="en-US" sz="10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United States</a:t>
                      </a:r>
                      <a:br>
                        <a:rPr lang="en-US" sz="1000" b="1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-US" sz="10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(US3-West)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371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https://us3.datadoghq.com/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Azure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None/>
                      </a:pPr>
                      <a:r>
                        <a:rPr lang="en-US" sz="10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United States</a:t>
                      </a:r>
                      <a:br>
                        <a:rPr lang="en-US" sz="1000" b="1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-US" sz="10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(US5-Central)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371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https://us5.datadoghq.com/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GCP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None/>
                      </a:pPr>
                      <a:r>
                        <a:rPr lang="en-US" sz="10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Europe</a:t>
                      </a:r>
                      <a:br>
                        <a:rPr lang="en-US" sz="1000" b="1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-US" sz="10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(EU-1)</a:t>
                      </a:r>
                      <a:endParaRPr sz="1000"/>
                    </a:p>
                  </a:txBody>
                  <a:tcPr marL="1371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https://app.datadoghq.eu/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GCP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None/>
                      </a:pPr>
                      <a:r>
                        <a:rPr lang="en-US" sz="10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Japan</a:t>
                      </a:r>
                      <a:br>
                        <a:rPr lang="en-US" sz="1000" b="1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-US" sz="10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(AP-1)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371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https://ap1.datadoghq.com/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AWS</a:t>
                      </a:r>
                      <a:endParaRPr sz="9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17" name="Google Shape;417;p55"/>
          <p:cNvPicPr preferRelativeResize="0"/>
          <p:nvPr/>
        </p:nvPicPr>
        <p:blipFill rotWithShape="1">
          <a:blip r:embed="rId3">
            <a:alphaModFix/>
          </a:blip>
          <a:srcRect t="1137"/>
          <a:stretch/>
        </p:blipFill>
        <p:spPr>
          <a:xfrm>
            <a:off x="696574" y="1202250"/>
            <a:ext cx="6466800" cy="474165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18" name="Google Shape;418;p55"/>
          <p:cNvPicPr preferRelativeResize="0"/>
          <p:nvPr/>
        </p:nvPicPr>
        <p:blipFill rotWithShape="1">
          <a:blip r:embed="rId4">
            <a:alphaModFix/>
          </a:blip>
          <a:srcRect l="3576" t="1681" r="4975" b="14264"/>
          <a:stretch/>
        </p:blipFill>
        <p:spPr>
          <a:xfrm>
            <a:off x="5572643" y="3429000"/>
            <a:ext cx="2214929" cy="324055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19" name="Google Shape;419;p55"/>
          <p:cNvSpPr/>
          <p:nvPr/>
        </p:nvSpPr>
        <p:spPr>
          <a:xfrm rot="-1683469">
            <a:off x="1540792" y="3910177"/>
            <a:ext cx="896118" cy="38223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p55"/>
          <p:cNvSpPr txBox="1"/>
          <p:nvPr/>
        </p:nvSpPr>
        <p:spPr>
          <a:xfrm>
            <a:off x="7747662" y="5454175"/>
            <a:ext cx="493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27AC"/>
              </a:buClr>
              <a:buSzPts val="6000"/>
              <a:buFont typeface="Roboto"/>
              <a:buNone/>
            </a:pPr>
            <a:r>
              <a:rPr lang="en-US" sz="2300" b="1" i="0" u="sng" strike="noStrike" cap="non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www.datadoghq.com</a:t>
            </a:r>
            <a:r>
              <a:rPr lang="en-US" sz="2300" b="1" i="0" u="none" strike="noStrike" cap="none">
                <a:solidFill>
                  <a:srgbClr val="6B27A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300" b="1" i="0" u="none" strike="noStrike" cap="none">
              <a:solidFill>
                <a:srgbClr val="6B27A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1" name="Google Shape;421;p5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04781" y="4775318"/>
            <a:ext cx="2165144" cy="548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2" name="Google Shape;422;p55"/>
          <p:cNvGrpSpPr/>
          <p:nvPr/>
        </p:nvGrpSpPr>
        <p:grpSpPr>
          <a:xfrm>
            <a:off x="2047045" y="3398325"/>
            <a:ext cx="347504" cy="349500"/>
            <a:chOff x="-347400" y="2424725"/>
            <a:chExt cx="347400" cy="349500"/>
          </a:xfrm>
        </p:grpSpPr>
        <p:sp>
          <p:nvSpPr>
            <p:cNvPr id="423" name="Google Shape;423;p55"/>
            <p:cNvSpPr/>
            <p:nvPr/>
          </p:nvSpPr>
          <p:spPr>
            <a:xfrm>
              <a:off x="-347400" y="2476325"/>
              <a:ext cx="297900" cy="297900"/>
            </a:xfrm>
            <a:prstGeom prst="flowChartConnector">
              <a:avLst/>
            </a:prstGeom>
            <a:solidFill>
              <a:srgbClr val="6B27AC"/>
            </a:solidFill>
            <a:ln w="9525" cap="flat" cmpd="sng">
              <a:solidFill>
                <a:srgbClr val="6B27A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4" name="Google Shape;424;p55"/>
            <p:cNvSpPr txBox="1"/>
            <p:nvPr/>
          </p:nvSpPr>
          <p:spPr>
            <a:xfrm>
              <a:off x="-347400" y="2424725"/>
              <a:ext cx="347400" cy="34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1.</a:t>
              </a:r>
              <a:endPara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25" name="Google Shape;425;p55"/>
          <p:cNvGrpSpPr/>
          <p:nvPr/>
        </p:nvGrpSpPr>
        <p:grpSpPr>
          <a:xfrm>
            <a:off x="7400159" y="3747825"/>
            <a:ext cx="347504" cy="349500"/>
            <a:chOff x="-347400" y="2424725"/>
            <a:chExt cx="347400" cy="349500"/>
          </a:xfrm>
        </p:grpSpPr>
        <p:sp>
          <p:nvSpPr>
            <p:cNvPr id="426" name="Google Shape;426;p55"/>
            <p:cNvSpPr/>
            <p:nvPr/>
          </p:nvSpPr>
          <p:spPr>
            <a:xfrm>
              <a:off x="-347400" y="2476325"/>
              <a:ext cx="297900" cy="297900"/>
            </a:xfrm>
            <a:prstGeom prst="flowChartConnector">
              <a:avLst/>
            </a:prstGeom>
            <a:solidFill>
              <a:srgbClr val="6B27AC"/>
            </a:solidFill>
            <a:ln w="9525" cap="flat" cmpd="sng">
              <a:solidFill>
                <a:srgbClr val="6B27A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7" name="Google Shape;427;p55"/>
            <p:cNvSpPr txBox="1"/>
            <p:nvPr/>
          </p:nvSpPr>
          <p:spPr>
            <a:xfrm>
              <a:off x="-347400" y="2424725"/>
              <a:ext cx="347400" cy="34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2.</a:t>
              </a:r>
              <a:endPara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28" name="Google Shape;428;p55"/>
          <p:cNvSpPr txBox="1"/>
          <p:nvPr/>
        </p:nvSpPr>
        <p:spPr>
          <a:xfrm>
            <a:off x="695323" y="6146525"/>
            <a:ext cx="493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27AC"/>
              </a:buClr>
              <a:buSzPts val="6000"/>
              <a:buFont typeface="Roboto"/>
              <a:buNone/>
            </a:pPr>
            <a:r>
              <a:rPr lang="en-US" sz="9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</a:t>
            </a:r>
            <a:br>
              <a:rPr lang="en-US" sz="9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9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hyperlinks shown in this document are linked to US1.</a:t>
            </a:r>
            <a:br>
              <a:rPr lang="en-US" sz="9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9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Please change to your relevant data center if required.</a:t>
            </a:r>
            <a:endParaRPr sz="9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6"/>
          <p:cNvSpPr txBox="1">
            <a:spLocks noGrp="1"/>
          </p:cNvSpPr>
          <p:nvPr>
            <p:ph type="title"/>
          </p:nvPr>
        </p:nvSpPr>
        <p:spPr>
          <a:xfrm>
            <a:off x="696570" y="357808"/>
            <a:ext cx="107895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solidFill>
                  <a:srgbClr val="FF0000"/>
                </a:solidFill>
              </a:rPr>
              <a:t>Step 2</a:t>
            </a:r>
            <a:r>
              <a:rPr lang="en-US"/>
              <a:t>: Integrate with your cloud providers</a:t>
            </a:r>
            <a:endParaRPr/>
          </a:p>
        </p:txBody>
      </p:sp>
      <p:sp>
        <p:nvSpPr>
          <p:cNvPr id="434" name="Google Shape;434;p56"/>
          <p:cNvSpPr txBox="1">
            <a:spLocks noGrp="1"/>
          </p:cNvSpPr>
          <p:nvPr>
            <p:ph type="sldNum" idx="12"/>
          </p:nvPr>
        </p:nvSpPr>
        <p:spPr>
          <a:xfrm>
            <a:off x="11840312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435" name="Google Shape;435;p56" title="2025-11-17_12-34-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5765" y="1057624"/>
            <a:ext cx="4778087" cy="5800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7"/>
          <p:cNvSpPr txBox="1">
            <a:spLocks noGrp="1"/>
          </p:cNvSpPr>
          <p:nvPr>
            <p:ph type="title"/>
          </p:nvPr>
        </p:nvSpPr>
        <p:spPr>
          <a:xfrm>
            <a:off x="696570" y="357808"/>
            <a:ext cx="107895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solidFill>
                  <a:srgbClr val="FF0000"/>
                </a:solidFill>
              </a:rPr>
              <a:t>Step 3</a:t>
            </a:r>
            <a:r>
              <a:rPr lang="en-US"/>
              <a:t>: Install the Datadog Agents</a:t>
            </a:r>
            <a:endParaRPr/>
          </a:p>
        </p:txBody>
      </p:sp>
      <p:sp>
        <p:nvSpPr>
          <p:cNvPr id="441" name="Google Shape;441;p57"/>
          <p:cNvSpPr txBox="1">
            <a:spLocks noGrp="1"/>
          </p:cNvSpPr>
          <p:nvPr>
            <p:ph type="sldNum" idx="12"/>
          </p:nvPr>
        </p:nvSpPr>
        <p:spPr>
          <a:xfrm>
            <a:off x="11840312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442" name="Google Shape;44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562" y="1117358"/>
            <a:ext cx="5591787" cy="5327192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43" name="Google Shape;443;p57"/>
          <p:cNvPicPr preferRelativeResize="0"/>
          <p:nvPr/>
        </p:nvPicPr>
        <p:blipFill rotWithShape="1">
          <a:blip r:embed="rId4">
            <a:alphaModFix/>
          </a:blip>
          <a:srcRect l="23595" t="51986" r="42620" b="17373"/>
          <a:stretch/>
        </p:blipFill>
        <p:spPr>
          <a:xfrm>
            <a:off x="484221" y="3728325"/>
            <a:ext cx="1317955" cy="130955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44" name="Google Shape;444;p57"/>
          <p:cNvSpPr txBox="1"/>
          <p:nvPr/>
        </p:nvSpPr>
        <p:spPr>
          <a:xfrm>
            <a:off x="8565553" y="1454850"/>
            <a:ext cx="16203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Setup Here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45" name="Google Shape;445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08803" y="1863693"/>
            <a:ext cx="4932674" cy="3834519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57"/>
          <p:cNvSpPr txBox="1"/>
          <p:nvPr/>
        </p:nvSpPr>
        <p:spPr>
          <a:xfrm>
            <a:off x="7978310" y="1011250"/>
            <a:ext cx="27948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7"/>
              </a:rPr>
              <a:t>Check Compatibility Here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8"/>
          <p:cNvSpPr txBox="1">
            <a:spLocks noGrp="1"/>
          </p:cNvSpPr>
          <p:nvPr>
            <p:ph type="title"/>
          </p:nvPr>
        </p:nvSpPr>
        <p:spPr>
          <a:xfrm>
            <a:off x="696570" y="357808"/>
            <a:ext cx="107895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solidFill>
                  <a:srgbClr val="FF0000"/>
                </a:solidFill>
              </a:rPr>
              <a:t>Step 4</a:t>
            </a:r>
            <a:r>
              <a:rPr lang="en-US"/>
              <a:t>: Add the Datadog RUM SDKs</a:t>
            </a:r>
            <a:endParaRPr/>
          </a:p>
        </p:txBody>
      </p:sp>
      <p:sp>
        <p:nvSpPr>
          <p:cNvPr id="452" name="Google Shape;452;p58"/>
          <p:cNvSpPr txBox="1">
            <a:spLocks noGrp="1"/>
          </p:cNvSpPr>
          <p:nvPr>
            <p:ph type="sldNum" idx="12"/>
          </p:nvPr>
        </p:nvSpPr>
        <p:spPr>
          <a:xfrm>
            <a:off x="11840312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453" name="Google Shape;453;p58" title="2025-11-17_12-28-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575" y="1219200"/>
            <a:ext cx="11802351" cy="547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9"/>
          <p:cNvSpPr txBox="1">
            <a:spLocks noGrp="1"/>
          </p:cNvSpPr>
          <p:nvPr>
            <p:ph type="title"/>
          </p:nvPr>
        </p:nvSpPr>
        <p:spPr>
          <a:xfrm>
            <a:off x="695259" y="695325"/>
            <a:ext cx="107757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</a:pPr>
            <a:r>
              <a:rPr lang="en-US"/>
              <a:t>Support </a:t>
            </a:r>
            <a:endParaRPr/>
          </a:p>
        </p:txBody>
      </p:sp>
      <p:sp>
        <p:nvSpPr>
          <p:cNvPr id="459" name="Google Shape;459;p59"/>
          <p:cNvSpPr txBox="1"/>
          <p:nvPr/>
        </p:nvSpPr>
        <p:spPr>
          <a:xfrm>
            <a:off x="703251" y="1874625"/>
            <a:ext cx="81291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How to get help </a:t>
            </a:r>
            <a:br>
              <a:rPr lang="en-US" sz="3000" b="1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lang="en-US" sz="1800" b="1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Raising a Datadog support ticket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0"/>
          <p:cNvSpPr txBox="1">
            <a:spLocks noGrp="1"/>
          </p:cNvSpPr>
          <p:nvPr>
            <p:ph type="title"/>
          </p:nvPr>
        </p:nvSpPr>
        <p:spPr>
          <a:xfrm>
            <a:off x="696570" y="357808"/>
            <a:ext cx="107895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solidFill>
                  <a:srgbClr val="FF0000"/>
                </a:solidFill>
              </a:rPr>
              <a:t>Step 5</a:t>
            </a:r>
            <a:r>
              <a:rPr lang="en-US"/>
              <a:t>: How to raise a support ticket</a:t>
            </a:r>
            <a:endParaRPr/>
          </a:p>
        </p:txBody>
      </p:sp>
      <p:sp>
        <p:nvSpPr>
          <p:cNvPr id="465" name="Google Shape;465;p60"/>
          <p:cNvSpPr txBox="1">
            <a:spLocks noGrp="1"/>
          </p:cNvSpPr>
          <p:nvPr>
            <p:ph type="sldNum" idx="12"/>
          </p:nvPr>
        </p:nvSpPr>
        <p:spPr>
          <a:xfrm>
            <a:off x="11306779" y="62036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466" name="Google Shape;466;p60"/>
          <p:cNvSpPr txBox="1"/>
          <p:nvPr/>
        </p:nvSpPr>
        <p:spPr>
          <a:xfrm>
            <a:off x="8263639" y="357800"/>
            <a:ext cx="4534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https://help.datadoghq.com/</a:t>
            </a:r>
            <a:endParaRPr/>
          </a:p>
        </p:txBody>
      </p:sp>
      <p:grpSp>
        <p:nvGrpSpPr>
          <p:cNvPr id="467" name="Google Shape;467;p60"/>
          <p:cNvGrpSpPr/>
          <p:nvPr/>
        </p:nvGrpSpPr>
        <p:grpSpPr>
          <a:xfrm>
            <a:off x="15660172" y="7429691"/>
            <a:ext cx="2196627" cy="1237865"/>
            <a:chOff x="510875" y="1182550"/>
            <a:chExt cx="2366800" cy="1334050"/>
          </a:xfrm>
        </p:grpSpPr>
        <p:pic>
          <p:nvPicPr>
            <p:cNvPr id="468" name="Google Shape;468;p60"/>
            <p:cNvPicPr preferRelativeResize="0"/>
            <p:nvPr/>
          </p:nvPicPr>
          <p:blipFill rotWithShape="1">
            <a:blip r:embed="rId3">
              <a:alphaModFix/>
            </a:blip>
            <a:srcRect t="28384" r="8291" b="26413"/>
            <a:stretch/>
          </p:blipFill>
          <p:spPr>
            <a:xfrm>
              <a:off x="510875" y="2075375"/>
              <a:ext cx="2366800" cy="441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9" name="Google Shape;469;p60"/>
            <p:cNvPicPr preferRelativeResize="0"/>
            <p:nvPr/>
          </p:nvPicPr>
          <p:blipFill rotWithShape="1">
            <a:blip r:embed="rId4">
              <a:alphaModFix/>
            </a:blip>
            <a:srcRect b="9780"/>
            <a:stretch/>
          </p:blipFill>
          <p:spPr>
            <a:xfrm>
              <a:off x="510875" y="1182550"/>
              <a:ext cx="2366800" cy="892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0" name="Google Shape;470;p60"/>
          <p:cNvSpPr/>
          <p:nvPr/>
        </p:nvSpPr>
        <p:spPr>
          <a:xfrm>
            <a:off x="2090348" y="1070600"/>
            <a:ext cx="1800300" cy="868200"/>
          </a:xfrm>
          <a:prstGeom prst="homePlate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Step 1:</a:t>
            </a:r>
            <a:br>
              <a:rPr lang="en-US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Open a Ticket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60"/>
          <p:cNvSpPr/>
          <p:nvPr/>
        </p:nvSpPr>
        <p:spPr>
          <a:xfrm>
            <a:off x="5115313" y="1070600"/>
            <a:ext cx="1800300" cy="868200"/>
          </a:xfrm>
          <a:prstGeom prst="homePlate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Step 2:</a:t>
            </a:r>
            <a:br>
              <a:rPr lang="en-US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Describe in detail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2" name="Google Shape;472;p60"/>
          <p:cNvSpPr/>
          <p:nvPr/>
        </p:nvSpPr>
        <p:spPr>
          <a:xfrm>
            <a:off x="8140278" y="1070600"/>
            <a:ext cx="1800300" cy="868200"/>
          </a:xfrm>
          <a:prstGeom prst="homePlate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Step 3:</a:t>
            </a:r>
            <a:br>
              <a:rPr lang="en-US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Upload Logs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60"/>
          <p:cNvSpPr txBox="1"/>
          <p:nvPr/>
        </p:nvSpPr>
        <p:spPr>
          <a:xfrm>
            <a:off x="-622431" y="2720100"/>
            <a:ext cx="3000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>
                <a:solidFill>
                  <a:schemeClr val="hlink"/>
                </a:solidFill>
                <a:hlinkClick r:id="rId5"/>
              </a:rPr>
              <a:t>Raise a Ticket </a:t>
            </a:r>
            <a:br>
              <a:rPr lang="en-US" sz="1600" u="sng">
                <a:solidFill>
                  <a:schemeClr val="hlink"/>
                </a:solidFill>
                <a:hlinkClick r:id="rId5"/>
              </a:rPr>
            </a:br>
            <a:r>
              <a:rPr lang="en-US" sz="1600" u="sng">
                <a:solidFill>
                  <a:schemeClr val="hlink"/>
                </a:solidFill>
                <a:hlinkClick r:id="rId5"/>
              </a:rPr>
              <a:t>Here</a:t>
            </a:r>
            <a:endParaRPr sz="1600"/>
          </a:p>
        </p:txBody>
      </p:sp>
      <p:pic>
        <p:nvPicPr>
          <p:cNvPr id="474" name="Google Shape;474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5954" y="3141000"/>
            <a:ext cx="347400" cy="34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6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22781" y="2170388"/>
            <a:ext cx="2350669" cy="2412124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76" name="Google Shape;476;p6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30783" y="2170400"/>
            <a:ext cx="2368575" cy="2868274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77" name="Google Shape;477;p6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29833" y="3736225"/>
            <a:ext cx="2415375" cy="26564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78" name="Google Shape;478;p6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951826" y="2060877"/>
            <a:ext cx="2567826" cy="1518673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79" name="Google Shape;479;p6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629843" y="2060875"/>
            <a:ext cx="1251389" cy="1518674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80" name="Google Shape;480;p60"/>
          <p:cNvSpPr txBox="1"/>
          <p:nvPr/>
        </p:nvSpPr>
        <p:spPr>
          <a:xfrm>
            <a:off x="0" y="0"/>
            <a:ext cx="3000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60"/>
          <p:cNvSpPr txBox="1"/>
          <p:nvPr/>
        </p:nvSpPr>
        <p:spPr>
          <a:xfrm>
            <a:off x="10019035" y="4037675"/>
            <a:ext cx="173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hlink"/>
                </a:solidFill>
                <a:hlinkClick r:id="rId12"/>
              </a:rPr>
              <a:t>Agent Flare</a:t>
            </a:r>
            <a:endParaRPr sz="1200"/>
          </a:p>
        </p:txBody>
      </p:sp>
      <p:sp>
        <p:nvSpPr>
          <p:cNvPr id="482" name="Google Shape;482;p60"/>
          <p:cNvSpPr txBox="1"/>
          <p:nvPr/>
        </p:nvSpPr>
        <p:spPr>
          <a:xfrm>
            <a:off x="10019035" y="4359225"/>
            <a:ext cx="173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hlink"/>
                </a:solidFill>
                <a:hlinkClick r:id="rId13"/>
              </a:rPr>
              <a:t>Agent Debug Mode</a:t>
            </a:r>
            <a:endParaRPr sz="1200"/>
          </a:p>
        </p:txBody>
      </p:sp>
      <p:sp>
        <p:nvSpPr>
          <p:cNvPr id="483" name="Google Shape;483;p60"/>
          <p:cNvSpPr txBox="1"/>
          <p:nvPr/>
        </p:nvSpPr>
        <p:spPr>
          <a:xfrm>
            <a:off x="10037490" y="5452100"/>
            <a:ext cx="169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hlink"/>
                </a:solidFill>
                <a:hlinkClick r:id="rId14"/>
              </a:rPr>
              <a:t>Tracer Startup Logs</a:t>
            </a:r>
            <a:endParaRPr sz="1200"/>
          </a:p>
        </p:txBody>
      </p:sp>
      <p:sp>
        <p:nvSpPr>
          <p:cNvPr id="484" name="Google Shape;484;p60"/>
          <p:cNvSpPr txBox="1"/>
          <p:nvPr/>
        </p:nvSpPr>
        <p:spPr>
          <a:xfrm>
            <a:off x="10037490" y="5747200"/>
            <a:ext cx="169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hlink"/>
                </a:solidFill>
                <a:hlinkClick r:id="rId15"/>
              </a:rPr>
              <a:t>Tracer Debug Logs</a:t>
            </a:r>
            <a:endParaRPr sz="1200"/>
          </a:p>
        </p:txBody>
      </p:sp>
      <p:sp>
        <p:nvSpPr>
          <p:cNvPr id="485" name="Google Shape;485;p60"/>
          <p:cNvSpPr txBox="1"/>
          <p:nvPr/>
        </p:nvSpPr>
        <p:spPr>
          <a:xfrm>
            <a:off x="9908454" y="5175050"/>
            <a:ext cx="1953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FF0000"/>
                </a:solidFill>
              </a:rPr>
              <a:t>For APM related issues</a:t>
            </a:r>
            <a:endParaRPr sz="1000" b="1">
              <a:solidFill>
                <a:srgbClr val="FF0000"/>
              </a:solidFill>
            </a:endParaRPr>
          </a:p>
        </p:txBody>
      </p:sp>
      <p:sp>
        <p:nvSpPr>
          <p:cNvPr id="486" name="Google Shape;486;p60"/>
          <p:cNvSpPr/>
          <p:nvPr/>
        </p:nvSpPr>
        <p:spPr>
          <a:xfrm>
            <a:off x="8951814" y="3231100"/>
            <a:ext cx="956100" cy="290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1"/>
          <p:cNvSpPr txBox="1">
            <a:spLocks noGrp="1"/>
          </p:cNvSpPr>
          <p:nvPr>
            <p:ph type="sldNum" idx="12"/>
          </p:nvPr>
        </p:nvSpPr>
        <p:spPr>
          <a:xfrm>
            <a:off x="11847492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493" name="Google Shape;493;p61"/>
          <p:cNvSpPr txBox="1"/>
          <p:nvPr/>
        </p:nvSpPr>
        <p:spPr>
          <a:xfrm>
            <a:off x="695330" y="1427163"/>
            <a:ext cx="10794900" cy="40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</a:pPr>
            <a:r>
              <a:rPr lang="en-US" sz="8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steps</a:t>
            </a:r>
            <a:endParaRPr sz="8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9">
          <a:extLst>
            <a:ext uri="{FF2B5EF4-FFF2-40B4-BE49-F238E27FC236}">
              <a16:creationId xmlns:a16="http://schemas.microsoft.com/office/drawing/2014/main" id="{9AB20C85-5535-98A2-3E6B-655255B5F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83">
            <a:extLst>
              <a:ext uri="{FF2B5EF4-FFF2-40B4-BE49-F238E27FC236}">
                <a16:creationId xmlns:a16="http://schemas.microsoft.com/office/drawing/2014/main" id="{F566B1B8-6156-2778-8A2A-B5C85732F8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4900" cy="8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steps</a:t>
            </a:r>
            <a:endParaRPr/>
          </a:p>
        </p:txBody>
      </p:sp>
      <p:sp>
        <p:nvSpPr>
          <p:cNvPr id="861" name="Google Shape;861;p83">
            <a:extLst>
              <a:ext uri="{FF2B5EF4-FFF2-40B4-BE49-F238E27FC236}">
                <a16:creationId xmlns:a16="http://schemas.microsoft.com/office/drawing/2014/main" id="{10829054-9C80-2DC0-A8CD-16A7841E10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4276" y="1399032"/>
            <a:ext cx="10782300" cy="48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Attend cadence meetings</a:t>
            </a:r>
            <a:endParaRPr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dirty="0"/>
              <a:t>Frequency: 2x per week</a:t>
            </a:r>
            <a:endParaRPr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dirty="0"/>
              <a:t>Date &amp; Time:</a:t>
            </a:r>
            <a:endParaRPr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dirty="0"/>
              <a:t>…</a:t>
            </a:r>
            <a:endParaRPr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dirty="0"/>
              <a:t>…</a:t>
            </a:r>
            <a:endParaRPr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dirty="0"/>
              <a:t>…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Comm. channel</a:t>
            </a:r>
            <a:endParaRPr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dirty="0"/>
              <a:t>Slack / Teams</a:t>
            </a:r>
            <a:endParaRPr dirty="0"/>
          </a:p>
        </p:txBody>
      </p:sp>
      <p:sp>
        <p:nvSpPr>
          <p:cNvPr id="862" name="Google Shape;862;p83">
            <a:extLst>
              <a:ext uri="{FF2B5EF4-FFF2-40B4-BE49-F238E27FC236}">
                <a16:creationId xmlns:a16="http://schemas.microsoft.com/office/drawing/2014/main" id="{9DF33B89-E034-9ECA-5AE8-D26D6AA0C8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3504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2"/>
          <p:cNvSpPr txBox="1">
            <a:spLocks noGrp="1"/>
          </p:cNvSpPr>
          <p:nvPr>
            <p:ph type="title"/>
          </p:nvPr>
        </p:nvSpPr>
        <p:spPr>
          <a:xfrm>
            <a:off x="695323" y="357808"/>
            <a:ext cx="10794900" cy="8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</a:pPr>
            <a:r>
              <a:rPr lang="en-US"/>
              <a:t>Next steps</a:t>
            </a:r>
            <a:endParaRPr/>
          </a:p>
        </p:txBody>
      </p:sp>
      <p:sp>
        <p:nvSpPr>
          <p:cNvPr id="500" name="Google Shape;500;p62"/>
          <p:cNvSpPr txBox="1">
            <a:spLocks noGrp="1"/>
          </p:cNvSpPr>
          <p:nvPr>
            <p:ph type="sldNum" idx="12"/>
          </p:nvPr>
        </p:nvSpPr>
        <p:spPr>
          <a:xfrm>
            <a:off x="11844528" y="6508466"/>
            <a:ext cx="3474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501" name="Google Shape;501;p62"/>
          <p:cNvSpPr/>
          <p:nvPr/>
        </p:nvSpPr>
        <p:spPr>
          <a:xfrm>
            <a:off x="2524986" y="3152632"/>
            <a:ext cx="274200" cy="552600"/>
          </a:xfrm>
          <a:prstGeom prst="homePlate">
            <a:avLst>
              <a:gd name="adj" fmla="val 100000"/>
            </a:avLst>
          </a:prstGeom>
          <a:gradFill>
            <a:gsLst>
              <a:gs pos="0">
                <a:srgbClr val="A960FF">
                  <a:alpha val="0"/>
                </a:srgbClr>
              </a:gs>
              <a:gs pos="75000">
                <a:srgbClr val="A960FF"/>
              </a:gs>
              <a:gs pos="100000">
                <a:srgbClr val="A960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62"/>
          <p:cNvSpPr/>
          <p:nvPr/>
        </p:nvSpPr>
        <p:spPr>
          <a:xfrm>
            <a:off x="4815565" y="3152632"/>
            <a:ext cx="274200" cy="552600"/>
          </a:xfrm>
          <a:prstGeom prst="homePlate">
            <a:avLst>
              <a:gd name="adj" fmla="val 100000"/>
            </a:avLst>
          </a:prstGeom>
          <a:gradFill>
            <a:gsLst>
              <a:gs pos="0">
                <a:srgbClr val="A960FF">
                  <a:alpha val="0"/>
                </a:srgbClr>
              </a:gs>
              <a:gs pos="75000">
                <a:srgbClr val="A960FF"/>
              </a:gs>
              <a:gs pos="100000">
                <a:srgbClr val="A960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" name="Google Shape;503;p62"/>
          <p:cNvSpPr/>
          <p:nvPr/>
        </p:nvSpPr>
        <p:spPr>
          <a:xfrm>
            <a:off x="7106144" y="3152632"/>
            <a:ext cx="274200" cy="552600"/>
          </a:xfrm>
          <a:prstGeom prst="homePlate">
            <a:avLst>
              <a:gd name="adj" fmla="val 100000"/>
            </a:avLst>
          </a:prstGeom>
          <a:gradFill>
            <a:gsLst>
              <a:gs pos="0">
                <a:srgbClr val="A960FF">
                  <a:alpha val="0"/>
                </a:srgbClr>
              </a:gs>
              <a:gs pos="75000">
                <a:srgbClr val="A960FF"/>
              </a:gs>
              <a:gs pos="100000">
                <a:srgbClr val="A960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" name="Google Shape;504;p62"/>
          <p:cNvSpPr/>
          <p:nvPr/>
        </p:nvSpPr>
        <p:spPr>
          <a:xfrm>
            <a:off x="9396723" y="3152632"/>
            <a:ext cx="274200" cy="552600"/>
          </a:xfrm>
          <a:prstGeom prst="homePlate">
            <a:avLst>
              <a:gd name="adj" fmla="val 100000"/>
            </a:avLst>
          </a:prstGeom>
          <a:gradFill>
            <a:gsLst>
              <a:gs pos="0">
                <a:srgbClr val="A960FF">
                  <a:alpha val="0"/>
                </a:srgbClr>
              </a:gs>
              <a:gs pos="75000">
                <a:srgbClr val="A960FF"/>
              </a:gs>
              <a:gs pos="100000">
                <a:srgbClr val="A960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62"/>
          <p:cNvSpPr/>
          <p:nvPr/>
        </p:nvSpPr>
        <p:spPr>
          <a:xfrm>
            <a:off x="695324" y="2606040"/>
            <a:ext cx="1645800" cy="1645800"/>
          </a:xfrm>
          <a:prstGeom prst="roundRect">
            <a:avLst>
              <a:gd name="adj" fmla="val 5892"/>
            </a:avLst>
          </a:prstGeom>
          <a:solidFill>
            <a:schemeClr val="dk2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77025" tIns="77025" rIns="77025" bIns="77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</a:pPr>
            <a:r>
              <a:rPr lang="en-US" sz="16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Create Mutual Activity Plan</a:t>
            </a:r>
            <a:endParaRPr sz="16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</a:pP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</a:pP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Project plan, setup guide &amp; prerequisites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62"/>
          <p:cNvSpPr/>
          <p:nvPr/>
        </p:nvSpPr>
        <p:spPr>
          <a:xfrm>
            <a:off x="2985903" y="2606040"/>
            <a:ext cx="1645800" cy="1645800"/>
          </a:xfrm>
          <a:prstGeom prst="roundRect">
            <a:avLst>
              <a:gd name="adj" fmla="val 5892"/>
            </a:avLst>
          </a:prstGeom>
          <a:solidFill>
            <a:srgbClr val="921CD7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77025" tIns="77025" rIns="77025" bIns="77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</a:pPr>
            <a:r>
              <a:rPr lang="en-US" sz="16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Agree on the MAP </a:t>
            </a:r>
            <a:endParaRPr sz="16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</a:pPr>
            <a:endParaRPr sz="16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</a:pP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Review &amp; sign off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62"/>
          <p:cNvSpPr/>
          <p:nvPr/>
        </p:nvSpPr>
        <p:spPr>
          <a:xfrm>
            <a:off x="5269864" y="2606040"/>
            <a:ext cx="1645800" cy="1645800"/>
          </a:xfrm>
          <a:prstGeom prst="roundRect">
            <a:avLst>
              <a:gd name="adj" fmla="val 5892"/>
            </a:avLst>
          </a:prstGeom>
          <a:solidFill>
            <a:srgbClr val="B024B9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77025" tIns="77025" rIns="77025" bIns="77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</a:pPr>
            <a:r>
              <a:rPr lang="en-US" sz="16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Complete Prerequisites</a:t>
            </a:r>
            <a:endParaRPr sz="16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</a:pPr>
            <a:endParaRPr sz="16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</a:pP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Firewall &amp; etc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</a:pP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PoC kick-off date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62"/>
          <p:cNvSpPr/>
          <p:nvPr/>
        </p:nvSpPr>
        <p:spPr>
          <a:xfrm>
            <a:off x="7560177" y="2606040"/>
            <a:ext cx="1645800" cy="1645800"/>
          </a:xfrm>
          <a:prstGeom prst="roundRect">
            <a:avLst>
              <a:gd name="adj" fmla="val 5892"/>
            </a:avLst>
          </a:prstGeom>
          <a:solidFill>
            <a:srgbClr val="CC2B9C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77025" tIns="77025" rIns="77025" bIns="77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</a:pPr>
            <a:r>
              <a:rPr lang="en-US" sz="16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Kick off the PoC</a:t>
            </a:r>
            <a:endParaRPr sz="16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</a:pP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</a:pP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PoC kick-off meeting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</a:pP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blocking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9" name="Google Shape;509;p62"/>
          <p:cNvSpPr/>
          <p:nvPr/>
        </p:nvSpPr>
        <p:spPr>
          <a:xfrm>
            <a:off x="9857643" y="2606040"/>
            <a:ext cx="1645800" cy="1645800"/>
          </a:xfrm>
          <a:prstGeom prst="roundRect">
            <a:avLst>
              <a:gd name="adj" fmla="val 5892"/>
            </a:avLst>
          </a:prstGeom>
          <a:solidFill>
            <a:schemeClr val="accent6"/>
          </a:solidFill>
          <a:ln>
            <a:noFill/>
          </a:ln>
          <a:effectLst>
            <a:outerShdw blurRad="101600" dist="50800" dir="5400000" algn="ctr" rotWithShape="0">
              <a:srgbClr val="000000">
                <a:alpha val="10000"/>
              </a:srgbClr>
            </a:outerShdw>
          </a:effectLst>
        </p:spPr>
        <p:txBody>
          <a:bodyPr spcFirstLastPara="1" wrap="square" lIns="77025" tIns="77025" rIns="77025" bIns="770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</a:pPr>
            <a:r>
              <a:rPr lang="en-US" sz="16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Steps</a:t>
            </a:r>
            <a:endParaRPr sz="16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</a:pPr>
            <a:endParaRPr sz="16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</a:pP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Execute MAP, cadence &amp; follow up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</a:pPr>
            <a:r>
              <a:rPr lang="en-U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Playback when done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62"/>
          <p:cNvSpPr txBox="1"/>
          <p:nvPr/>
        </p:nvSpPr>
        <p:spPr>
          <a:xfrm>
            <a:off x="685798" y="990600"/>
            <a:ext cx="10782300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None/>
            </a:pP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After today’s PoC scoping Datadog will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3"/>
          <p:cNvSpPr txBox="1">
            <a:spLocks noGrp="1"/>
          </p:cNvSpPr>
          <p:nvPr>
            <p:ph type="title"/>
          </p:nvPr>
        </p:nvSpPr>
        <p:spPr>
          <a:xfrm>
            <a:off x="703262" y="753444"/>
            <a:ext cx="10785600" cy="15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Roboto Medium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516" name="Google Shape;516;p63"/>
          <p:cNvSpPr txBox="1">
            <a:spLocks noGrp="1"/>
          </p:cNvSpPr>
          <p:nvPr>
            <p:ph type="subTitle" idx="1"/>
          </p:nvPr>
        </p:nvSpPr>
        <p:spPr>
          <a:xfrm>
            <a:off x="703260" y="2278063"/>
            <a:ext cx="10785600" cy="9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/>
              <a:t>[AE Name] </a:t>
            </a:r>
            <a:r>
              <a:rPr lang="en-US" sz="2000"/>
              <a:t>-</a:t>
            </a:r>
            <a:r>
              <a:rPr lang="en-US" sz="2000" b="1"/>
              <a:t> </a:t>
            </a:r>
            <a:r>
              <a:rPr lang="en-US" sz="2000"/>
              <a:t>Enterprise Account Executive</a:t>
            </a:r>
            <a:endParaRPr sz="20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/>
              <a:t>[SE Name]</a:t>
            </a:r>
            <a:r>
              <a:rPr lang="en-US" sz="2000"/>
              <a:t> - Sales Engineer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5 template">
  <a:themeElements>
    <a:clrScheme name="2025_DD_v1">
      <a:dk1>
        <a:srgbClr val="000000"/>
      </a:dk1>
      <a:lt1>
        <a:srgbClr val="FFFFFF"/>
      </a:lt1>
      <a:dk2>
        <a:srgbClr val="8000FF"/>
      </a:dk2>
      <a:lt2>
        <a:srgbClr val="C7C7C7"/>
      </a:lt2>
      <a:accent1>
        <a:srgbClr val="00E37D"/>
      </a:accent1>
      <a:accent2>
        <a:srgbClr val="0060FF"/>
      </a:accent2>
      <a:accent3>
        <a:srgbClr val="FF5E00"/>
      </a:accent3>
      <a:accent4>
        <a:srgbClr val="00CAFF"/>
      </a:accent4>
      <a:accent5>
        <a:srgbClr val="FF9B00"/>
      </a:accent5>
      <a:accent6>
        <a:srgbClr val="FF0080"/>
      </a:accent6>
      <a:hlink>
        <a:srgbClr val="8000FF"/>
      </a:hlink>
      <a:folHlink>
        <a:srgbClr val="5C00E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775</Words>
  <Application>Microsoft Macintosh PowerPoint</Application>
  <PresentationFormat>Widescreen</PresentationFormat>
  <Paragraphs>218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Roboto Mono</vt:lpstr>
      <vt:lpstr>Calibri</vt:lpstr>
      <vt:lpstr>Arial</vt:lpstr>
      <vt:lpstr>Roboto</vt:lpstr>
      <vt:lpstr>Roboto Medium</vt:lpstr>
      <vt:lpstr>2025 template</vt:lpstr>
      <vt:lpstr>PowerPoint Presentation</vt:lpstr>
      <vt:lpstr>Agenda</vt:lpstr>
      <vt:lpstr>Current &amp; Future States</vt:lpstr>
      <vt:lpstr>Define Success Criteria</vt:lpstr>
      <vt:lpstr>PowerPoint Presentation</vt:lpstr>
      <vt:lpstr>Meeting Cadence Alignment</vt:lpstr>
      <vt:lpstr>Establish roles &amp; responsibilities</vt:lpstr>
      <vt:lpstr>Establish roles &amp; responsibilities</vt:lpstr>
      <vt:lpstr>PowerPoint Presentation</vt:lpstr>
      <vt:lpstr>Step 1: Set up one Datadog account  </vt:lpstr>
      <vt:lpstr>Step 2: Integrate with your cloud providers</vt:lpstr>
      <vt:lpstr>Step 3: Install the Datadog Agents</vt:lpstr>
      <vt:lpstr>Step 4: Add the Datadog RUM SDKs</vt:lpstr>
      <vt:lpstr>Support </vt:lpstr>
      <vt:lpstr>Step 5: How to raise a support ticket</vt:lpstr>
      <vt:lpstr>PowerPoint Presentation</vt:lpstr>
      <vt:lpstr>Next steps</vt:lpstr>
      <vt:lpstr>Next steps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Jek Bao Choo</cp:lastModifiedBy>
  <cp:revision>5</cp:revision>
  <dcterms:modified xsi:type="dcterms:W3CDTF">2026-09-14T08:32:59Z</dcterms:modified>
</cp:coreProperties>
</file>